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4" r:id="rId3"/>
    <p:sldId id="260" r:id="rId4"/>
    <p:sldId id="261" r:id="rId5"/>
    <p:sldId id="262" r:id="rId6"/>
    <p:sldId id="263" r:id="rId7"/>
    <p:sldId id="266" r:id="rId8"/>
    <p:sldId id="267" r:id="rId9"/>
    <p:sldId id="268" r:id="rId10"/>
    <p:sldId id="269" r:id="rId11"/>
    <p:sldId id="270" r:id="rId12"/>
    <p:sldId id="271" r:id="rId13"/>
    <p:sldId id="272" r:id="rId14"/>
    <p:sldId id="273" r:id="rId15"/>
    <p:sldId id="274" r:id="rId16"/>
    <p:sldId id="275" r:id="rId17"/>
    <p:sldId id="276" r:id="rId18"/>
    <p:sldId id="277" r:id="rId1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B1B1B"/>
    <a:srgbClr val="FFB60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26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52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65AB1-0933-4E91-A648-5A94A7713A4C}" type="datetimeFigureOut">
              <a:rPr lang="ko-KR" altLang="en-US" smtClean="0"/>
              <a:t>2024-11-30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53D92-756C-4E23-AC93-98BDE4B79B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98923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65AB1-0933-4E91-A648-5A94A7713A4C}" type="datetimeFigureOut">
              <a:rPr lang="ko-KR" altLang="en-US" smtClean="0"/>
              <a:t>2024-11-30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53D92-756C-4E23-AC93-98BDE4B79B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65519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65AB1-0933-4E91-A648-5A94A7713A4C}" type="datetimeFigureOut">
              <a:rPr lang="ko-KR" altLang="en-US" smtClean="0"/>
              <a:t>2024-11-30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53D92-756C-4E23-AC93-98BDE4B79B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05776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65AB1-0933-4E91-A648-5A94A7713A4C}" type="datetimeFigureOut">
              <a:rPr lang="ko-KR" altLang="en-US" smtClean="0"/>
              <a:t>2024-11-30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53D92-756C-4E23-AC93-98BDE4B79B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19875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65AB1-0933-4E91-A648-5A94A7713A4C}" type="datetimeFigureOut">
              <a:rPr lang="ko-KR" altLang="en-US" smtClean="0"/>
              <a:t>2024-11-30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53D92-756C-4E23-AC93-98BDE4B79B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17413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65AB1-0933-4E91-A648-5A94A7713A4C}" type="datetimeFigureOut">
              <a:rPr lang="ko-KR" altLang="en-US" smtClean="0"/>
              <a:t>2024-11-30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53D92-756C-4E23-AC93-98BDE4B79B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07778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65AB1-0933-4E91-A648-5A94A7713A4C}" type="datetimeFigureOut">
              <a:rPr lang="ko-KR" altLang="en-US" smtClean="0"/>
              <a:t>2024-11-30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53D92-756C-4E23-AC93-98BDE4B79B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61143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65AB1-0933-4E91-A648-5A94A7713A4C}" type="datetimeFigureOut">
              <a:rPr lang="ko-KR" altLang="en-US" smtClean="0"/>
              <a:t>2024-11-30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53D92-756C-4E23-AC93-98BDE4B79B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61917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65AB1-0933-4E91-A648-5A94A7713A4C}" type="datetimeFigureOut">
              <a:rPr lang="ko-KR" altLang="en-US" smtClean="0"/>
              <a:t>2024-11-30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53D92-756C-4E23-AC93-98BDE4B79B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98435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65AB1-0933-4E91-A648-5A94A7713A4C}" type="datetimeFigureOut">
              <a:rPr lang="ko-KR" altLang="en-US" smtClean="0"/>
              <a:t>2024-11-30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53D92-756C-4E23-AC93-98BDE4B79B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13376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65AB1-0933-4E91-A648-5A94A7713A4C}" type="datetimeFigureOut">
              <a:rPr lang="ko-KR" altLang="en-US" smtClean="0"/>
              <a:t>2024-11-30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53D92-756C-4E23-AC93-98BDE4B79B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35902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265AB1-0933-4E91-A648-5A94A7713A4C}" type="datetimeFigureOut">
              <a:rPr lang="ko-KR" altLang="en-US" smtClean="0"/>
              <a:t>2024-11-30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153D92-756C-4E23-AC93-98BDE4B79B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5008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26175"/>
            <a:ext cx="12192000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Rectangle 6"/>
          <p:cNvSpPr>
            <a:spLocks noChangeArrowheads="1"/>
          </p:cNvSpPr>
          <p:nvPr/>
        </p:nvSpPr>
        <p:spPr bwMode="auto">
          <a:xfrm>
            <a:off x="1625600" y="43180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6" name="직사각형 5"/>
          <p:cNvSpPr/>
          <p:nvPr/>
        </p:nvSpPr>
        <p:spPr>
          <a:xfrm>
            <a:off x="111682" y="125643"/>
            <a:ext cx="11963982" cy="6659065"/>
          </a:xfrm>
          <a:prstGeom prst="rect">
            <a:avLst/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423026" y="6312842"/>
            <a:ext cx="17970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err="1" smtClean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Daelim</a:t>
            </a:r>
            <a:r>
              <a:rPr lang="en-US" altLang="ko-KR" sz="1400" dirty="0" smtClean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US" altLang="ko-KR" sz="1400" dirty="0" err="1" smtClean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UniverSity</a:t>
            </a:r>
            <a:endParaRPr lang="ko-KR" altLang="en-US" sz="1400" dirty="0">
              <a:solidFill>
                <a:schemeClr val="bg1"/>
              </a:solidFill>
              <a:latin typeface="휴먼둥근헤드라인" panose="02030504000101010101" pitchFamily="18" charset="-127"/>
              <a:ea typeface="휴먼둥근헤드라인" panose="02030504000101010101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588955" y="1602712"/>
            <a:ext cx="154487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 smtClean="0">
                <a:solidFill>
                  <a:schemeClr val="bg1"/>
                </a:solidFill>
                <a:latin typeface="Segoe UI Black" panose="020B0A02040204020203" pitchFamily="34" charset="0"/>
                <a:ea typeface="휴먼둥근헤드라인" panose="02030504000101010101" pitchFamily="18" charset="-127"/>
              </a:rPr>
              <a:t>202130413</a:t>
            </a:r>
          </a:p>
          <a:p>
            <a:pPr algn="ctr"/>
            <a:r>
              <a:rPr lang="ko-KR" altLang="en-US" sz="2000" dirty="0" smtClean="0">
                <a:solidFill>
                  <a:schemeClr val="bg1"/>
                </a:solidFill>
                <a:latin typeface="Segoe UI Black" panose="020B0A02040204020203" pitchFamily="34" charset="0"/>
                <a:ea typeface="휴먼둥근헤드라인" panose="02030504000101010101" pitchFamily="18" charset="-127"/>
              </a:rPr>
              <a:t>신민수</a:t>
            </a:r>
            <a:endParaRPr lang="ko-KR" altLang="en-US" sz="2000" dirty="0">
              <a:solidFill>
                <a:schemeClr val="bg1"/>
              </a:solidFill>
              <a:latin typeface="휴먼둥근헤드라인" panose="02030504000101010101" pitchFamily="18" charset="-127"/>
              <a:ea typeface="휴먼둥근헤드라인" panose="02030504000101010101" pitchFamily="18" charset="-127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3138289" y="2017752"/>
            <a:ext cx="5915422" cy="1736646"/>
            <a:chOff x="3138289" y="2017752"/>
            <a:chExt cx="5915422" cy="1736646"/>
          </a:xfrm>
        </p:grpSpPr>
        <p:sp>
          <p:nvSpPr>
            <p:cNvPr id="13" name="TextBox 12"/>
            <p:cNvSpPr txBox="1"/>
            <p:nvPr/>
          </p:nvSpPr>
          <p:spPr>
            <a:xfrm>
              <a:off x="3666728" y="2017752"/>
              <a:ext cx="485854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400" dirty="0" smtClean="0">
                  <a:solidFill>
                    <a:srgbClr val="FF0000"/>
                  </a:solidFill>
                  <a:latin typeface="휴먼둥근헤드라인" panose="02030504000101010101" pitchFamily="18" charset="-127"/>
                  <a:ea typeface="휴먼둥근헤드라인" panose="02030504000101010101" pitchFamily="18" charset="-127"/>
                </a:rPr>
                <a:t>[</a:t>
              </a:r>
              <a:r>
                <a:rPr lang="ko-KR" altLang="en-US" sz="2400" dirty="0">
                  <a:solidFill>
                    <a:schemeClr val="bg1"/>
                  </a:solidFill>
                  <a:latin typeface="휴먼둥근헤드라인" panose="02030504000101010101" pitchFamily="18" charset="-127"/>
                  <a:ea typeface="휴먼둥근헤드라인" panose="02030504000101010101" pitchFamily="18" charset="-127"/>
                </a:rPr>
                <a:t> </a:t>
              </a:r>
              <a:r>
                <a:rPr lang="ko-KR" altLang="en-US" sz="2400" dirty="0" smtClean="0">
                  <a:solidFill>
                    <a:srgbClr val="FF0000"/>
                  </a:solidFill>
                  <a:latin typeface="휴먼둥근헤드라인" panose="02030504000101010101" pitchFamily="18" charset="-127"/>
                  <a:ea typeface="휴먼둥근헤드라인" panose="02030504000101010101" pitchFamily="18" charset="-127"/>
                </a:rPr>
                <a:t>대림그라운드 </a:t>
              </a:r>
              <a:r>
                <a:rPr lang="en-US" altLang="ko-KR" sz="2400" dirty="0" smtClean="0">
                  <a:solidFill>
                    <a:srgbClr val="FF0000"/>
                  </a:solidFill>
                  <a:latin typeface="휴먼둥근헤드라인" panose="02030504000101010101" pitchFamily="18" charset="-127"/>
                  <a:ea typeface="휴먼둥근헤드라인" panose="02030504000101010101" pitchFamily="18" charset="-127"/>
                </a:rPr>
                <a:t>]</a:t>
              </a:r>
              <a:r>
                <a:rPr lang="ko-KR" altLang="en-US" sz="2400" dirty="0" smtClean="0">
                  <a:solidFill>
                    <a:srgbClr val="FF0000"/>
                  </a:solidFill>
                  <a:latin typeface="휴먼둥근헤드라인" panose="02030504000101010101" pitchFamily="18" charset="-127"/>
                  <a:ea typeface="휴먼둥근헤드라인" panose="02030504000101010101" pitchFamily="18" charset="-127"/>
                </a:rPr>
                <a:t> </a:t>
              </a:r>
              <a:endParaRPr lang="ko-KR" altLang="en-US" sz="2400" dirty="0">
                <a:solidFill>
                  <a:srgbClr val="FF0000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3138289" y="2646402"/>
              <a:ext cx="5915422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6600" dirty="0" err="1" smtClean="0">
                  <a:solidFill>
                    <a:srgbClr val="FF0000"/>
                  </a:solidFill>
                  <a:latin typeface="휴먼둥근헤드라인" panose="02030504000101010101" pitchFamily="18" charset="-127"/>
                  <a:ea typeface="휴먼둥근헤드라인" panose="02030504000101010101" pitchFamily="18" charset="-127"/>
                </a:rPr>
                <a:t>웹페이지</a:t>
              </a:r>
              <a:r>
                <a:rPr lang="ko-KR" altLang="en-US" sz="6600" dirty="0" smtClean="0">
                  <a:solidFill>
                    <a:srgbClr val="FF0000"/>
                  </a:solidFill>
                  <a:latin typeface="휴먼둥근헤드라인" panose="02030504000101010101" pitchFamily="18" charset="-127"/>
                  <a:ea typeface="휴먼둥근헤드라인" panose="02030504000101010101" pitchFamily="18" charset="-127"/>
                </a:rPr>
                <a:t> 설명 </a:t>
              </a:r>
              <a:endParaRPr lang="ko-KR" altLang="en-US" sz="6600" dirty="0">
                <a:solidFill>
                  <a:srgbClr val="FF0000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endParaRPr>
            </a:p>
          </p:txBody>
        </p:sp>
      </p:grpSp>
      <p:sp>
        <p:nvSpPr>
          <p:cNvPr id="17" name="직사각형 16"/>
          <p:cNvSpPr/>
          <p:nvPr/>
        </p:nvSpPr>
        <p:spPr>
          <a:xfrm rot="20107566">
            <a:off x="7976332" y="1045083"/>
            <a:ext cx="1591475" cy="3001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/>
          <p:cNvSpPr/>
          <p:nvPr/>
        </p:nvSpPr>
        <p:spPr>
          <a:xfrm>
            <a:off x="572373" y="4236819"/>
            <a:ext cx="3734381" cy="635193"/>
          </a:xfrm>
          <a:prstGeom prst="rect">
            <a:avLst/>
          </a:prstGeom>
          <a:solidFill>
            <a:srgbClr val="1B1B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/>
          <p:cNvSpPr txBox="1"/>
          <p:nvPr/>
        </p:nvSpPr>
        <p:spPr>
          <a:xfrm>
            <a:off x="506788" y="4138916"/>
            <a:ext cx="416293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800" dirty="0" smtClean="0">
                <a:solidFill>
                  <a:srgbClr val="FFB60F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대림그라운드</a:t>
            </a:r>
            <a:endParaRPr lang="ko-KR" altLang="en-US" sz="4800" dirty="0">
              <a:solidFill>
                <a:srgbClr val="FFB60F"/>
              </a:solidFill>
              <a:latin typeface="휴먼둥근헤드라인" panose="02030504000101010101" pitchFamily="18" charset="-127"/>
              <a:ea typeface="휴먼둥근헤드라인" panose="02030504000101010101" pitchFamily="18" charset="-127"/>
            </a:endParaRPr>
          </a:p>
        </p:txBody>
      </p:sp>
      <p:sp>
        <p:nvSpPr>
          <p:cNvPr id="20" name="직사각형 19"/>
          <p:cNvSpPr/>
          <p:nvPr/>
        </p:nvSpPr>
        <p:spPr>
          <a:xfrm rot="2572537">
            <a:off x="1113634" y="4820444"/>
            <a:ext cx="219148" cy="1677044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/>
          <p:cNvSpPr/>
          <p:nvPr/>
        </p:nvSpPr>
        <p:spPr>
          <a:xfrm rot="18949408">
            <a:off x="1060141" y="4881485"/>
            <a:ext cx="219148" cy="1677044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6683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26175"/>
            <a:ext cx="12192000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Rectangle 6"/>
          <p:cNvSpPr>
            <a:spLocks noChangeArrowheads="1"/>
          </p:cNvSpPr>
          <p:nvPr/>
        </p:nvSpPr>
        <p:spPr bwMode="auto">
          <a:xfrm>
            <a:off x="1625600" y="43180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6" name="직사각형 5"/>
          <p:cNvSpPr/>
          <p:nvPr/>
        </p:nvSpPr>
        <p:spPr>
          <a:xfrm>
            <a:off x="111682" y="125643"/>
            <a:ext cx="11963982" cy="6659065"/>
          </a:xfrm>
          <a:prstGeom prst="rect">
            <a:avLst/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423026" y="6312842"/>
            <a:ext cx="17970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err="1" smtClean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Daelim</a:t>
            </a:r>
            <a:r>
              <a:rPr lang="en-US" altLang="ko-KR" sz="1400" dirty="0" smtClean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US" altLang="ko-KR" sz="1400" dirty="0" err="1" smtClean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UniverSity</a:t>
            </a:r>
            <a:endParaRPr lang="ko-KR" altLang="en-US" sz="1400" dirty="0">
              <a:solidFill>
                <a:schemeClr val="bg1"/>
              </a:solidFill>
              <a:latin typeface="휴먼둥근헤드라인" panose="02030504000101010101" pitchFamily="18" charset="-127"/>
              <a:ea typeface="휴먼둥근헤드라인" panose="02030504000101010101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778277" y="6266676"/>
            <a:ext cx="11303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 smtClean="0">
                <a:solidFill>
                  <a:schemeClr val="bg1"/>
                </a:solidFill>
                <a:latin typeface="Segoe UI Black" panose="020B0A02040204020203" pitchFamily="34" charset="0"/>
                <a:ea typeface="휴먼둥근헤드라인" panose="02030504000101010101" pitchFamily="18" charset="-127"/>
              </a:rPr>
              <a:t>  신민수</a:t>
            </a:r>
            <a:endParaRPr lang="ko-KR" altLang="en-US" sz="2000" dirty="0">
              <a:solidFill>
                <a:schemeClr val="bg1"/>
              </a:solidFill>
              <a:latin typeface="휴먼둥근헤드라인" panose="02030504000101010101" pitchFamily="18" charset="-127"/>
              <a:ea typeface="휴먼둥근헤드라인" panose="02030504000101010101" pitchFamily="18" charset="-127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3138289" y="2017752"/>
            <a:ext cx="5915422" cy="1736646"/>
            <a:chOff x="3138289" y="2017752"/>
            <a:chExt cx="5915422" cy="1736646"/>
          </a:xfrm>
        </p:grpSpPr>
        <p:sp>
          <p:nvSpPr>
            <p:cNvPr id="13" name="TextBox 12"/>
            <p:cNvSpPr txBox="1"/>
            <p:nvPr/>
          </p:nvSpPr>
          <p:spPr>
            <a:xfrm>
              <a:off x="3666728" y="2017752"/>
              <a:ext cx="485854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400" dirty="0" smtClean="0">
                  <a:solidFill>
                    <a:srgbClr val="FF0000"/>
                  </a:solidFill>
                  <a:latin typeface="휴먼둥근헤드라인" panose="02030504000101010101" pitchFamily="18" charset="-127"/>
                  <a:ea typeface="휴먼둥근헤드라인" panose="02030504000101010101" pitchFamily="18" charset="-127"/>
                </a:rPr>
                <a:t>[</a:t>
              </a:r>
              <a:r>
                <a:rPr lang="ko-KR" altLang="en-US" sz="2400" dirty="0">
                  <a:solidFill>
                    <a:schemeClr val="bg1"/>
                  </a:solidFill>
                  <a:latin typeface="휴먼둥근헤드라인" panose="02030504000101010101" pitchFamily="18" charset="-127"/>
                  <a:ea typeface="휴먼둥근헤드라인" panose="02030504000101010101" pitchFamily="18" charset="-127"/>
                </a:rPr>
                <a:t> </a:t>
              </a:r>
              <a:r>
                <a:rPr lang="ko-KR" altLang="en-US" sz="2400" dirty="0" smtClean="0">
                  <a:solidFill>
                    <a:srgbClr val="FF0000"/>
                  </a:solidFill>
                  <a:latin typeface="휴먼둥근헤드라인" panose="02030504000101010101" pitchFamily="18" charset="-127"/>
                  <a:ea typeface="휴먼둥근헤드라인" panose="02030504000101010101" pitchFamily="18" charset="-127"/>
                </a:rPr>
                <a:t>대림그라운드 </a:t>
              </a:r>
              <a:r>
                <a:rPr lang="en-US" altLang="ko-KR" sz="2400" dirty="0" smtClean="0">
                  <a:solidFill>
                    <a:srgbClr val="FF0000"/>
                  </a:solidFill>
                  <a:latin typeface="휴먼둥근헤드라인" panose="02030504000101010101" pitchFamily="18" charset="-127"/>
                  <a:ea typeface="휴먼둥근헤드라인" panose="02030504000101010101" pitchFamily="18" charset="-127"/>
                </a:rPr>
                <a:t>]</a:t>
              </a:r>
              <a:r>
                <a:rPr lang="ko-KR" altLang="en-US" sz="2400" dirty="0" smtClean="0">
                  <a:solidFill>
                    <a:srgbClr val="FF0000"/>
                  </a:solidFill>
                  <a:latin typeface="휴먼둥근헤드라인" panose="02030504000101010101" pitchFamily="18" charset="-127"/>
                  <a:ea typeface="휴먼둥근헤드라인" panose="02030504000101010101" pitchFamily="18" charset="-127"/>
                </a:rPr>
                <a:t> </a:t>
              </a:r>
              <a:endParaRPr lang="ko-KR" altLang="en-US" sz="2400" dirty="0">
                <a:solidFill>
                  <a:srgbClr val="FF0000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3138289" y="2646402"/>
              <a:ext cx="5915422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6600" dirty="0" smtClean="0">
                  <a:solidFill>
                    <a:srgbClr val="FF0000"/>
                  </a:solidFill>
                  <a:latin typeface="휴먼둥근헤드라인" panose="02030504000101010101" pitchFamily="18" charset="-127"/>
                  <a:ea typeface="휴먼둥근헤드라인" panose="02030504000101010101" pitchFamily="18" charset="-127"/>
                </a:rPr>
                <a:t>1. </a:t>
              </a:r>
              <a:r>
                <a:rPr lang="ko-KR" altLang="en-US" sz="6600" dirty="0" err="1" smtClean="0">
                  <a:solidFill>
                    <a:srgbClr val="FF0000"/>
                  </a:solidFill>
                  <a:latin typeface="휴먼둥근헤드라인" panose="02030504000101010101" pitchFamily="18" charset="-127"/>
                  <a:ea typeface="휴먼둥근헤드라인" panose="02030504000101010101" pitchFamily="18" charset="-127"/>
                </a:rPr>
                <a:t>메인로비</a:t>
              </a:r>
              <a:endParaRPr lang="ko-KR" altLang="en-US" sz="6600" dirty="0">
                <a:solidFill>
                  <a:srgbClr val="FF0000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endParaRPr>
            </a:p>
          </p:txBody>
        </p:sp>
      </p:grp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3988" y="4860812"/>
            <a:ext cx="1219370" cy="933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91603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모서리가 둥근 직사각형 9"/>
          <p:cNvSpPr/>
          <p:nvPr/>
        </p:nvSpPr>
        <p:spPr>
          <a:xfrm>
            <a:off x="303216" y="1047023"/>
            <a:ext cx="5727635" cy="5591101"/>
          </a:xfrm>
          <a:prstGeom prst="roundRect">
            <a:avLst>
              <a:gd name="adj" fmla="val 9310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TextBox 55"/>
          <p:cNvSpPr txBox="1"/>
          <p:nvPr/>
        </p:nvSpPr>
        <p:spPr>
          <a:xfrm>
            <a:off x="6419627" y="1209295"/>
            <a:ext cx="50697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 smtClean="0">
                <a:solidFill>
                  <a:srgbClr val="616161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메인화면</a:t>
            </a:r>
            <a:r>
              <a:rPr lang="ko-KR" altLang="en-US" dirty="0" smtClean="0">
                <a:solidFill>
                  <a:srgbClr val="616161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 글씨와 이미지를  위한 클래스 세팅</a:t>
            </a:r>
            <a:endParaRPr lang="ko-KR" altLang="en-US" dirty="0">
              <a:solidFill>
                <a:srgbClr val="616161"/>
              </a:solidFill>
              <a:latin typeface="휴먼둥근헤드라인" panose="02030504000101010101" pitchFamily="18" charset="-127"/>
              <a:ea typeface="휴먼둥근헤드라인" panose="02030504000101010101" pitchFamily="18" charset="-127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6419626" y="1708376"/>
            <a:ext cx="43996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smtClean="0">
                <a:solidFill>
                  <a:srgbClr val="616161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메인 </a:t>
            </a:r>
            <a:r>
              <a:rPr lang="en-US" altLang="ko-KR" sz="1200" dirty="0" smtClean="0">
                <a:solidFill>
                  <a:srgbClr val="616161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div class</a:t>
            </a:r>
            <a:r>
              <a:rPr lang="ko-KR" altLang="en-US" sz="1200" dirty="0" smtClean="0">
                <a:solidFill>
                  <a:srgbClr val="616161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를 만들고 그 안에 들어갈 </a:t>
            </a:r>
            <a:r>
              <a:rPr lang="ko-KR" altLang="en-US" sz="1200" dirty="0" err="1" smtClean="0">
                <a:solidFill>
                  <a:srgbClr val="616161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태그값을</a:t>
            </a:r>
            <a:r>
              <a:rPr lang="ko-KR" altLang="en-US" sz="1200" dirty="0" smtClean="0">
                <a:solidFill>
                  <a:srgbClr val="616161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 설정 </a:t>
            </a:r>
            <a:endParaRPr lang="ko-KR" altLang="en-US" sz="1200" dirty="0">
              <a:solidFill>
                <a:srgbClr val="616161"/>
              </a:solidFill>
              <a:latin typeface="휴먼둥근헤드라인" panose="02030504000101010101" pitchFamily="18" charset="-127"/>
              <a:ea typeface="휴먼둥근헤드라인" panose="02030504000101010101" pitchFamily="18" charset="-127"/>
            </a:endParaRPr>
          </a:p>
        </p:txBody>
      </p:sp>
      <p:sp>
        <p:nvSpPr>
          <p:cNvPr id="18" name="모서리가 둥근 직사각형 17"/>
          <p:cNvSpPr/>
          <p:nvPr/>
        </p:nvSpPr>
        <p:spPr>
          <a:xfrm>
            <a:off x="388938" y="1135765"/>
            <a:ext cx="5544191" cy="5411617"/>
          </a:xfrm>
          <a:prstGeom prst="roundRect">
            <a:avLst>
              <a:gd name="adj" fmla="val 11083"/>
            </a:avLst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TextBox 36"/>
          <p:cNvSpPr txBox="1"/>
          <p:nvPr/>
        </p:nvSpPr>
        <p:spPr>
          <a:xfrm>
            <a:off x="388938" y="398897"/>
            <a:ext cx="53327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 err="1" smtClean="0">
                <a:solidFill>
                  <a:srgbClr val="FF0000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메인화면</a:t>
            </a:r>
            <a:r>
              <a:rPr lang="ko-KR" altLang="en-US" sz="2400" dirty="0" smtClean="0">
                <a:solidFill>
                  <a:srgbClr val="FF0000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 메인 설정 </a:t>
            </a:r>
            <a:endParaRPr lang="ko-KR" altLang="en-US" sz="2400" dirty="0">
              <a:solidFill>
                <a:srgbClr val="FF0000"/>
              </a:solidFill>
              <a:latin typeface="휴먼둥근헤드라인" panose="02030504000101010101" pitchFamily="18" charset="-127"/>
              <a:ea typeface="휴먼둥근헤드라인" panose="02030504000101010101" pitchFamily="18" charset="-127"/>
            </a:endParaRPr>
          </a:p>
        </p:txBody>
      </p:sp>
      <p:sp>
        <p:nvSpPr>
          <p:cNvPr id="40" name="직사각형 39"/>
          <p:cNvSpPr/>
          <p:nvPr/>
        </p:nvSpPr>
        <p:spPr>
          <a:xfrm>
            <a:off x="6268176" y="1047023"/>
            <a:ext cx="5744667" cy="5591101"/>
          </a:xfrm>
          <a:prstGeom prst="rect">
            <a:avLst/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모서리가 둥근 직사각형 40"/>
          <p:cNvSpPr/>
          <p:nvPr/>
        </p:nvSpPr>
        <p:spPr>
          <a:xfrm>
            <a:off x="6419627" y="2201437"/>
            <a:ext cx="5355891" cy="4345945"/>
          </a:xfrm>
          <a:prstGeom prst="roundRect">
            <a:avLst>
              <a:gd name="adj" fmla="val 11083"/>
            </a:avLst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모서리가 둥근 직사각형 12"/>
          <p:cNvSpPr/>
          <p:nvPr/>
        </p:nvSpPr>
        <p:spPr>
          <a:xfrm>
            <a:off x="1340189" y="3082479"/>
            <a:ext cx="3964727" cy="910168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아래쪽 화살표 46"/>
          <p:cNvSpPr/>
          <p:nvPr/>
        </p:nvSpPr>
        <p:spPr>
          <a:xfrm rot="1935041">
            <a:off x="4821228" y="1110851"/>
            <a:ext cx="603585" cy="1961925"/>
          </a:xfrm>
          <a:prstGeom prst="downArrow">
            <a:avLst>
              <a:gd name="adj1" fmla="val 44770"/>
              <a:gd name="adj2" fmla="val 69032"/>
            </a:avLst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73260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모서리가 둥근 직사각형 9"/>
          <p:cNvSpPr/>
          <p:nvPr/>
        </p:nvSpPr>
        <p:spPr>
          <a:xfrm>
            <a:off x="303216" y="1047023"/>
            <a:ext cx="5727635" cy="5591101"/>
          </a:xfrm>
          <a:prstGeom prst="roundRect">
            <a:avLst>
              <a:gd name="adj" fmla="val 9310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TextBox 55"/>
          <p:cNvSpPr txBox="1"/>
          <p:nvPr/>
        </p:nvSpPr>
        <p:spPr>
          <a:xfrm>
            <a:off x="6419626" y="1209295"/>
            <a:ext cx="55932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>
                <a:solidFill>
                  <a:srgbClr val="616161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캠퍼스 부분의  글씨와 이미지를 위한 클래스 세팅</a:t>
            </a:r>
            <a:endParaRPr lang="ko-KR" altLang="en-US" dirty="0">
              <a:solidFill>
                <a:srgbClr val="616161"/>
              </a:solidFill>
              <a:latin typeface="휴먼둥근헤드라인" panose="02030504000101010101" pitchFamily="18" charset="-127"/>
              <a:ea typeface="휴먼둥근헤드라인" panose="02030504000101010101" pitchFamily="18" charset="-127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6419626" y="1708376"/>
            <a:ext cx="47486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smtClean="0">
                <a:solidFill>
                  <a:srgbClr val="616161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캠퍼스 </a:t>
            </a:r>
            <a:r>
              <a:rPr lang="en-US" altLang="ko-KR" sz="1200" dirty="0" smtClean="0">
                <a:solidFill>
                  <a:srgbClr val="616161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div class</a:t>
            </a:r>
            <a:r>
              <a:rPr lang="ko-KR" altLang="en-US" sz="1200" dirty="0" smtClean="0">
                <a:solidFill>
                  <a:srgbClr val="616161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를 만들고 그 안에 들어갈 </a:t>
            </a:r>
            <a:r>
              <a:rPr lang="ko-KR" altLang="en-US" sz="1200" dirty="0" err="1" smtClean="0">
                <a:solidFill>
                  <a:srgbClr val="616161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태그값을</a:t>
            </a:r>
            <a:r>
              <a:rPr lang="ko-KR" altLang="en-US" sz="1200" dirty="0" smtClean="0">
                <a:solidFill>
                  <a:srgbClr val="616161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 설정 </a:t>
            </a:r>
            <a:endParaRPr lang="ko-KR" altLang="en-US" sz="1200" dirty="0">
              <a:solidFill>
                <a:srgbClr val="616161"/>
              </a:solidFill>
              <a:latin typeface="휴먼둥근헤드라인" panose="02030504000101010101" pitchFamily="18" charset="-127"/>
              <a:ea typeface="휴먼둥근헤드라인" panose="02030504000101010101" pitchFamily="18" charset="-127"/>
            </a:endParaRPr>
          </a:p>
        </p:txBody>
      </p:sp>
      <p:sp>
        <p:nvSpPr>
          <p:cNvPr id="18" name="모서리가 둥근 직사각형 17"/>
          <p:cNvSpPr/>
          <p:nvPr/>
        </p:nvSpPr>
        <p:spPr>
          <a:xfrm>
            <a:off x="388938" y="1135765"/>
            <a:ext cx="5544191" cy="5411617"/>
          </a:xfrm>
          <a:prstGeom prst="roundRect">
            <a:avLst>
              <a:gd name="adj" fmla="val 11083"/>
            </a:avLst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TextBox 36"/>
          <p:cNvSpPr txBox="1"/>
          <p:nvPr/>
        </p:nvSpPr>
        <p:spPr>
          <a:xfrm>
            <a:off x="388938" y="398897"/>
            <a:ext cx="53327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 err="1" smtClean="0">
                <a:solidFill>
                  <a:srgbClr val="FF0000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메인화면</a:t>
            </a:r>
            <a:r>
              <a:rPr lang="ko-KR" altLang="en-US" sz="2400" dirty="0" smtClean="0">
                <a:solidFill>
                  <a:srgbClr val="FF0000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 캠퍼스 설정 </a:t>
            </a:r>
            <a:endParaRPr lang="ko-KR" altLang="en-US" sz="2400" dirty="0">
              <a:solidFill>
                <a:srgbClr val="FF0000"/>
              </a:solidFill>
              <a:latin typeface="휴먼둥근헤드라인" panose="02030504000101010101" pitchFamily="18" charset="-127"/>
              <a:ea typeface="휴먼둥근헤드라인" panose="02030504000101010101" pitchFamily="18" charset="-127"/>
            </a:endParaRPr>
          </a:p>
        </p:txBody>
      </p:sp>
      <p:sp>
        <p:nvSpPr>
          <p:cNvPr id="40" name="직사각형 39"/>
          <p:cNvSpPr/>
          <p:nvPr/>
        </p:nvSpPr>
        <p:spPr>
          <a:xfrm>
            <a:off x="6268176" y="1047023"/>
            <a:ext cx="5744667" cy="5591101"/>
          </a:xfrm>
          <a:prstGeom prst="rect">
            <a:avLst/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모서리가 둥근 직사각형 40"/>
          <p:cNvSpPr/>
          <p:nvPr/>
        </p:nvSpPr>
        <p:spPr>
          <a:xfrm>
            <a:off x="6419627" y="2201437"/>
            <a:ext cx="5355891" cy="4345945"/>
          </a:xfrm>
          <a:prstGeom prst="roundRect">
            <a:avLst>
              <a:gd name="adj" fmla="val 11083"/>
            </a:avLst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아래쪽 화살표 10"/>
          <p:cNvSpPr/>
          <p:nvPr/>
        </p:nvSpPr>
        <p:spPr>
          <a:xfrm rot="1935041">
            <a:off x="4730897" y="1995076"/>
            <a:ext cx="603585" cy="1961925"/>
          </a:xfrm>
          <a:prstGeom prst="downArrow">
            <a:avLst>
              <a:gd name="adj1" fmla="val 44770"/>
              <a:gd name="adj2" fmla="val 69032"/>
            </a:avLst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모서리가 둥근 직사각형 12"/>
          <p:cNvSpPr/>
          <p:nvPr/>
        </p:nvSpPr>
        <p:spPr>
          <a:xfrm>
            <a:off x="1682217" y="3943785"/>
            <a:ext cx="3301612" cy="523511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1027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모서리가 둥근 직사각형 9"/>
          <p:cNvSpPr/>
          <p:nvPr/>
        </p:nvSpPr>
        <p:spPr>
          <a:xfrm>
            <a:off x="303216" y="1047023"/>
            <a:ext cx="5727635" cy="5591101"/>
          </a:xfrm>
          <a:prstGeom prst="roundRect">
            <a:avLst>
              <a:gd name="adj" fmla="val 9310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TextBox 55"/>
          <p:cNvSpPr txBox="1"/>
          <p:nvPr/>
        </p:nvSpPr>
        <p:spPr>
          <a:xfrm>
            <a:off x="6419626" y="1209295"/>
            <a:ext cx="55932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>
                <a:solidFill>
                  <a:srgbClr val="616161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캠퍼스에 마우스를 가져가면 발생하는 이벤트</a:t>
            </a:r>
            <a:endParaRPr lang="ko-KR" altLang="en-US" dirty="0">
              <a:solidFill>
                <a:srgbClr val="616161"/>
              </a:solidFill>
              <a:latin typeface="휴먼둥근헤드라인" panose="02030504000101010101" pitchFamily="18" charset="-127"/>
              <a:ea typeface="휴먼둥근헤드라인" panose="02030504000101010101" pitchFamily="18" charset="-127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6419626" y="1708376"/>
            <a:ext cx="47486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smtClean="0">
                <a:solidFill>
                  <a:srgbClr val="616161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Hover </a:t>
            </a:r>
            <a:r>
              <a:rPr lang="ko-KR" altLang="en-US" sz="1200" dirty="0" smtClean="0">
                <a:solidFill>
                  <a:srgbClr val="616161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속성을 이용해서 이벤트를 추가</a:t>
            </a:r>
            <a:endParaRPr lang="ko-KR" altLang="en-US" sz="1200" dirty="0">
              <a:solidFill>
                <a:srgbClr val="616161"/>
              </a:solidFill>
              <a:latin typeface="휴먼둥근헤드라인" panose="02030504000101010101" pitchFamily="18" charset="-127"/>
              <a:ea typeface="휴먼둥근헤드라인" panose="02030504000101010101" pitchFamily="18" charset="-127"/>
            </a:endParaRPr>
          </a:p>
        </p:txBody>
      </p:sp>
      <p:sp>
        <p:nvSpPr>
          <p:cNvPr id="18" name="모서리가 둥근 직사각형 17"/>
          <p:cNvSpPr/>
          <p:nvPr/>
        </p:nvSpPr>
        <p:spPr>
          <a:xfrm>
            <a:off x="388938" y="1135765"/>
            <a:ext cx="5544191" cy="5411617"/>
          </a:xfrm>
          <a:prstGeom prst="roundRect">
            <a:avLst>
              <a:gd name="adj" fmla="val 11083"/>
            </a:avLst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TextBox 36"/>
          <p:cNvSpPr txBox="1"/>
          <p:nvPr/>
        </p:nvSpPr>
        <p:spPr>
          <a:xfrm>
            <a:off x="388938" y="398897"/>
            <a:ext cx="53327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 err="1" smtClean="0">
                <a:solidFill>
                  <a:srgbClr val="FF0000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메인화면</a:t>
            </a:r>
            <a:r>
              <a:rPr lang="ko-KR" altLang="en-US" sz="2400" dirty="0" smtClean="0">
                <a:solidFill>
                  <a:srgbClr val="FF0000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 캠퍼스 설정 </a:t>
            </a:r>
            <a:endParaRPr lang="ko-KR" altLang="en-US" sz="2400" dirty="0">
              <a:solidFill>
                <a:srgbClr val="FF0000"/>
              </a:solidFill>
              <a:latin typeface="휴먼둥근헤드라인" panose="02030504000101010101" pitchFamily="18" charset="-127"/>
              <a:ea typeface="휴먼둥근헤드라인" panose="02030504000101010101" pitchFamily="18" charset="-127"/>
            </a:endParaRPr>
          </a:p>
        </p:txBody>
      </p:sp>
      <p:sp>
        <p:nvSpPr>
          <p:cNvPr id="40" name="직사각형 39"/>
          <p:cNvSpPr/>
          <p:nvPr/>
        </p:nvSpPr>
        <p:spPr>
          <a:xfrm>
            <a:off x="6268176" y="1047023"/>
            <a:ext cx="5744667" cy="5591101"/>
          </a:xfrm>
          <a:prstGeom prst="rect">
            <a:avLst/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모서리가 둥근 직사각형 40"/>
          <p:cNvSpPr/>
          <p:nvPr/>
        </p:nvSpPr>
        <p:spPr>
          <a:xfrm>
            <a:off x="6419627" y="2201437"/>
            <a:ext cx="5355891" cy="4345945"/>
          </a:xfrm>
          <a:prstGeom prst="roundRect">
            <a:avLst>
              <a:gd name="adj" fmla="val 11083"/>
            </a:avLst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아래쪽 화살표 10"/>
          <p:cNvSpPr/>
          <p:nvPr/>
        </p:nvSpPr>
        <p:spPr>
          <a:xfrm rot="2423331">
            <a:off x="3420742" y="2349142"/>
            <a:ext cx="603585" cy="1961925"/>
          </a:xfrm>
          <a:prstGeom prst="downArrow">
            <a:avLst>
              <a:gd name="adj1" fmla="val 44770"/>
              <a:gd name="adj2" fmla="val 69032"/>
            </a:avLst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모서리가 둥근 직사각형 12"/>
          <p:cNvSpPr/>
          <p:nvPr/>
        </p:nvSpPr>
        <p:spPr>
          <a:xfrm>
            <a:off x="2357287" y="4114847"/>
            <a:ext cx="776802" cy="450173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타원 1"/>
          <p:cNvSpPr/>
          <p:nvPr/>
        </p:nvSpPr>
        <p:spPr>
          <a:xfrm>
            <a:off x="7008073" y="4222992"/>
            <a:ext cx="3769283" cy="100514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79455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모서리가 둥근 직사각형 9"/>
          <p:cNvSpPr/>
          <p:nvPr/>
        </p:nvSpPr>
        <p:spPr>
          <a:xfrm>
            <a:off x="303216" y="1047023"/>
            <a:ext cx="5727635" cy="5591101"/>
          </a:xfrm>
          <a:prstGeom prst="roundRect">
            <a:avLst>
              <a:gd name="adj" fmla="val 9310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TextBox 55"/>
          <p:cNvSpPr txBox="1"/>
          <p:nvPr/>
        </p:nvSpPr>
        <p:spPr>
          <a:xfrm>
            <a:off x="6419626" y="1209295"/>
            <a:ext cx="55932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 smtClean="0">
                <a:solidFill>
                  <a:srgbClr val="616161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메인로비에</a:t>
            </a:r>
            <a:r>
              <a:rPr lang="ko-KR" altLang="en-US" dirty="0" smtClean="0">
                <a:solidFill>
                  <a:srgbClr val="616161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 </a:t>
            </a:r>
            <a:r>
              <a:rPr lang="ko-KR" altLang="en-US" dirty="0" err="1" smtClean="0">
                <a:solidFill>
                  <a:srgbClr val="616161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적어넣을</a:t>
            </a:r>
            <a:r>
              <a:rPr lang="ko-KR" altLang="en-US" dirty="0" smtClean="0">
                <a:solidFill>
                  <a:srgbClr val="616161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 문장과 이미지 가져오기</a:t>
            </a:r>
            <a:endParaRPr lang="ko-KR" altLang="en-US" dirty="0">
              <a:solidFill>
                <a:srgbClr val="616161"/>
              </a:solidFill>
              <a:latin typeface="휴먼둥근헤드라인" panose="02030504000101010101" pitchFamily="18" charset="-127"/>
              <a:ea typeface="휴먼둥근헤드라인" panose="02030504000101010101" pitchFamily="18" charset="-127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6419626" y="1708376"/>
            <a:ext cx="47486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smtClean="0">
                <a:solidFill>
                  <a:srgbClr val="616161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만든 클래스를 이용해서 화면에 출력하기</a:t>
            </a:r>
            <a:endParaRPr lang="ko-KR" altLang="en-US" sz="1200" dirty="0">
              <a:solidFill>
                <a:srgbClr val="616161"/>
              </a:solidFill>
              <a:latin typeface="휴먼둥근헤드라인" panose="02030504000101010101" pitchFamily="18" charset="-127"/>
              <a:ea typeface="휴먼둥근헤드라인" panose="02030504000101010101" pitchFamily="18" charset="-127"/>
            </a:endParaRPr>
          </a:p>
        </p:txBody>
      </p:sp>
      <p:sp>
        <p:nvSpPr>
          <p:cNvPr id="18" name="모서리가 둥근 직사각형 17"/>
          <p:cNvSpPr/>
          <p:nvPr/>
        </p:nvSpPr>
        <p:spPr>
          <a:xfrm>
            <a:off x="388938" y="1135765"/>
            <a:ext cx="5544191" cy="5411617"/>
          </a:xfrm>
          <a:prstGeom prst="roundRect">
            <a:avLst>
              <a:gd name="adj" fmla="val 11083"/>
            </a:avLst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TextBox 36"/>
          <p:cNvSpPr txBox="1"/>
          <p:nvPr/>
        </p:nvSpPr>
        <p:spPr>
          <a:xfrm>
            <a:off x="388938" y="398897"/>
            <a:ext cx="53327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 err="1" smtClean="0">
                <a:solidFill>
                  <a:srgbClr val="FF0000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메인화면</a:t>
            </a:r>
            <a:r>
              <a:rPr lang="ko-KR" altLang="en-US" sz="2400" dirty="0">
                <a:solidFill>
                  <a:srgbClr val="FF0000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 </a:t>
            </a:r>
            <a:r>
              <a:rPr lang="ko-KR" altLang="en-US" sz="2400" dirty="0" smtClean="0">
                <a:solidFill>
                  <a:srgbClr val="FF0000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문장과 이미지 </a:t>
            </a:r>
            <a:endParaRPr lang="ko-KR" altLang="en-US" sz="2400" dirty="0">
              <a:solidFill>
                <a:srgbClr val="FF0000"/>
              </a:solidFill>
              <a:latin typeface="휴먼둥근헤드라인" panose="02030504000101010101" pitchFamily="18" charset="-127"/>
              <a:ea typeface="휴먼둥근헤드라인" panose="02030504000101010101" pitchFamily="18" charset="-127"/>
            </a:endParaRPr>
          </a:p>
        </p:txBody>
      </p:sp>
      <p:sp>
        <p:nvSpPr>
          <p:cNvPr id="40" name="직사각형 39"/>
          <p:cNvSpPr/>
          <p:nvPr/>
        </p:nvSpPr>
        <p:spPr>
          <a:xfrm>
            <a:off x="6268176" y="1047023"/>
            <a:ext cx="5744667" cy="5591101"/>
          </a:xfrm>
          <a:prstGeom prst="rect">
            <a:avLst/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모서리가 둥근 직사각형 40"/>
          <p:cNvSpPr/>
          <p:nvPr/>
        </p:nvSpPr>
        <p:spPr>
          <a:xfrm>
            <a:off x="6419627" y="2201437"/>
            <a:ext cx="5355891" cy="4345945"/>
          </a:xfrm>
          <a:prstGeom prst="roundRect">
            <a:avLst>
              <a:gd name="adj" fmla="val 11083"/>
            </a:avLst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01999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26175"/>
            <a:ext cx="12192000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Rectangle 6"/>
          <p:cNvSpPr>
            <a:spLocks noChangeArrowheads="1"/>
          </p:cNvSpPr>
          <p:nvPr/>
        </p:nvSpPr>
        <p:spPr bwMode="auto">
          <a:xfrm>
            <a:off x="1625600" y="43180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6" name="직사각형 5"/>
          <p:cNvSpPr/>
          <p:nvPr/>
        </p:nvSpPr>
        <p:spPr>
          <a:xfrm>
            <a:off x="111682" y="125643"/>
            <a:ext cx="11963982" cy="6659065"/>
          </a:xfrm>
          <a:prstGeom prst="rect">
            <a:avLst/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423026" y="6312842"/>
            <a:ext cx="17970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err="1" smtClean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Daelim</a:t>
            </a:r>
            <a:r>
              <a:rPr lang="en-US" altLang="ko-KR" sz="1400" dirty="0" smtClean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US" altLang="ko-KR" sz="1400" dirty="0" err="1" smtClean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UniverSity</a:t>
            </a:r>
            <a:endParaRPr lang="ko-KR" altLang="en-US" sz="1400" dirty="0">
              <a:solidFill>
                <a:schemeClr val="bg1"/>
              </a:solidFill>
              <a:latin typeface="휴먼둥근헤드라인" panose="02030504000101010101" pitchFamily="18" charset="-127"/>
              <a:ea typeface="휴먼둥근헤드라인" panose="02030504000101010101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778277" y="6266676"/>
            <a:ext cx="11303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 smtClean="0">
                <a:solidFill>
                  <a:schemeClr val="bg1"/>
                </a:solidFill>
                <a:latin typeface="Segoe UI Black" panose="020B0A02040204020203" pitchFamily="34" charset="0"/>
                <a:ea typeface="휴먼둥근헤드라인" panose="02030504000101010101" pitchFamily="18" charset="-127"/>
              </a:rPr>
              <a:t>  신민수</a:t>
            </a:r>
            <a:endParaRPr lang="ko-KR" altLang="en-US" sz="2000" dirty="0">
              <a:solidFill>
                <a:schemeClr val="bg1"/>
              </a:solidFill>
              <a:latin typeface="휴먼둥근헤드라인" panose="02030504000101010101" pitchFamily="18" charset="-127"/>
              <a:ea typeface="휴먼둥근헤드라인" panose="02030504000101010101" pitchFamily="18" charset="-127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3010545" y="2079021"/>
            <a:ext cx="6166255" cy="2752308"/>
            <a:chOff x="3138289" y="2017752"/>
            <a:chExt cx="5915422" cy="2752308"/>
          </a:xfrm>
        </p:grpSpPr>
        <p:sp>
          <p:nvSpPr>
            <p:cNvPr id="13" name="TextBox 12"/>
            <p:cNvSpPr txBox="1"/>
            <p:nvPr/>
          </p:nvSpPr>
          <p:spPr>
            <a:xfrm>
              <a:off x="3666728" y="2017752"/>
              <a:ext cx="485854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400" dirty="0" smtClean="0">
                  <a:solidFill>
                    <a:srgbClr val="FF0000"/>
                  </a:solidFill>
                  <a:latin typeface="휴먼둥근헤드라인" panose="02030504000101010101" pitchFamily="18" charset="-127"/>
                  <a:ea typeface="휴먼둥근헤드라인" panose="02030504000101010101" pitchFamily="18" charset="-127"/>
                </a:rPr>
                <a:t>[</a:t>
              </a:r>
              <a:r>
                <a:rPr lang="ko-KR" altLang="en-US" sz="2400" dirty="0">
                  <a:solidFill>
                    <a:schemeClr val="bg1"/>
                  </a:solidFill>
                  <a:latin typeface="휴먼둥근헤드라인" panose="02030504000101010101" pitchFamily="18" charset="-127"/>
                  <a:ea typeface="휴먼둥근헤드라인" panose="02030504000101010101" pitchFamily="18" charset="-127"/>
                </a:rPr>
                <a:t> </a:t>
              </a:r>
              <a:r>
                <a:rPr lang="ko-KR" altLang="en-US" sz="2400" dirty="0" smtClean="0">
                  <a:solidFill>
                    <a:srgbClr val="FF0000"/>
                  </a:solidFill>
                  <a:latin typeface="휴먼둥근헤드라인" panose="02030504000101010101" pitchFamily="18" charset="-127"/>
                  <a:ea typeface="휴먼둥근헤드라인" panose="02030504000101010101" pitchFamily="18" charset="-127"/>
                </a:rPr>
                <a:t>대림그라운드 </a:t>
              </a:r>
              <a:r>
                <a:rPr lang="en-US" altLang="ko-KR" sz="2400" dirty="0" smtClean="0">
                  <a:solidFill>
                    <a:srgbClr val="FF0000"/>
                  </a:solidFill>
                  <a:latin typeface="휴먼둥근헤드라인" panose="02030504000101010101" pitchFamily="18" charset="-127"/>
                  <a:ea typeface="휴먼둥근헤드라인" panose="02030504000101010101" pitchFamily="18" charset="-127"/>
                </a:rPr>
                <a:t>]</a:t>
              </a:r>
              <a:r>
                <a:rPr lang="ko-KR" altLang="en-US" sz="2400" dirty="0" smtClean="0">
                  <a:solidFill>
                    <a:srgbClr val="FF0000"/>
                  </a:solidFill>
                  <a:latin typeface="휴먼둥근헤드라인" panose="02030504000101010101" pitchFamily="18" charset="-127"/>
                  <a:ea typeface="휴먼둥근헤드라인" panose="02030504000101010101" pitchFamily="18" charset="-127"/>
                </a:rPr>
                <a:t> </a:t>
              </a:r>
              <a:endParaRPr lang="ko-KR" altLang="en-US" sz="2400" dirty="0">
                <a:solidFill>
                  <a:srgbClr val="FF0000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3138289" y="2646402"/>
              <a:ext cx="5915422" cy="21236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6600" dirty="0">
                  <a:solidFill>
                    <a:srgbClr val="FF0000"/>
                  </a:solidFill>
                  <a:latin typeface="휴먼둥근헤드라인" panose="02030504000101010101" pitchFamily="18" charset="-127"/>
                  <a:ea typeface="휴먼둥근헤드라인" panose="02030504000101010101" pitchFamily="18" charset="-127"/>
                </a:rPr>
                <a:t>2</a:t>
              </a:r>
              <a:r>
                <a:rPr lang="en-US" altLang="ko-KR" sz="6600" dirty="0" smtClean="0">
                  <a:solidFill>
                    <a:srgbClr val="FF0000"/>
                  </a:solidFill>
                  <a:latin typeface="휴먼둥근헤드라인" panose="02030504000101010101" pitchFamily="18" charset="-127"/>
                  <a:ea typeface="휴먼둥근헤드라인" panose="02030504000101010101" pitchFamily="18" charset="-127"/>
                </a:rPr>
                <a:t>. </a:t>
              </a:r>
              <a:r>
                <a:rPr lang="ko-KR" altLang="en-US" sz="6600" dirty="0" smtClean="0">
                  <a:solidFill>
                    <a:srgbClr val="FF0000"/>
                  </a:solidFill>
                  <a:latin typeface="휴먼둥근헤드라인" panose="02030504000101010101" pitchFamily="18" charset="-127"/>
                  <a:ea typeface="휴먼둥근헤드라인" panose="02030504000101010101" pitchFamily="18" charset="-127"/>
                </a:rPr>
                <a:t>캠퍼스 화면</a:t>
              </a:r>
              <a:endParaRPr lang="ko-KR" altLang="en-US" sz="6600" dirty="0">
                <a:solidFill>
                  <a:srgbClr val="FF0000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endParaRPr>
            </a:p>
          </p:txBody>
        </p:sp>
      </p:grp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3988" y="4860812"/>
            <a:ext cx="1219370" cy="933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23445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모서리가 둥근 직사각형 9"/>
          <p:cNvSpPr/>
          <p:nvPr/>
        </p:nvSpPr>
        <p:spPr>
          <a:xfrm>
            <a:off x="303216" y="1047023"/>
            <a:ext cx="5727635" cy="5591101"/>
          </a:xfrm>
          <a:prstGeom prst="roundRect">
            <a:avLst>
              <a:gd name="adj" fmla="val 9310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7" name="TextBox 56"/>
          <p:cNvSpPr txBox="1"/>
          <p:nvPr/>
        </p:nvSpPr>
        <p:spPr>
          <a:xfrm>
            <a:off x="6419626" y="1708376"/>
            <a:ext cx="47486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smtClean="0">
                <a:solidFill>
                  <a:srgbClr val="616161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글과 이미지를 삽입하기 위한 공간을 설정</a:t>
            </a:r>
            <a:endParaRPr lang="ko-KR" altLang="en-US" sz="1200" dirty="0">
              <a:solidFill>
                <a:srgbClr val="616161"/>
              </a:solidFill>
              <a:latin typeface="휴먼둥근헤드라인" panose="02030504000101010101" pitchFamily="18" charset="-127"/>
              <a:ea typeface="휴먼둥근헤드라인" panose="02030504000101010101" pitchFamily="18" charset="-127"/>
            </a:endParaRPr>
          </a:p>
        </p:txBody>
      </p:sp>
      <p:sp>
        <p:nvSpPr>
          <p:cNvPr id="18" name="모서리가 둥근 직사각형 17"/>
          <p:cNvSpPr/>
          <p:nvPr/>
        </p:nvSpPr>
        <p:spPr>
          <a:xfrm>
            <a:off x="388938" y="1135765"/>
            <a:ext cx="5544191" cy="5411617"/>
          </a:xfrm>
          <a:prstGeom prst="roundRect">
            <a:avLst>
              <a:gd name="adj" fmla="val 11083"/>
            </a:avLst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TextBox 36"/>
          <p:cNvSpPr txBox="1"/>
          <p:nvPr/>
        </p:nvSpPr>
        <p:spPr>
          <a:xfrm>
            <a:off x="388938" y="398897"/>
            <a:ext cx="53327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 smtClean="0">
                <a:solidFill>
                  <a:srgbClr val="FF0000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캠퍼스 메인 구성 </a:t>
            </a:r>
            <a:endParaRPr lang="ko-KR" altLang="en-US" sz="2400" dirty="0">
              <a:solidFill>
                <a:srgbClr val="FF0000"/>
              </a:solidFill>
              <a:latin typeface="휴먼둥근헤드라인" panose="02030504000101010101" pitchFamily="18" charset="-127"/>
              <a:ea typeface="휴먼둥근헤드라인" panose="02030504000101010101" pitchFamily="18" charset="-127"/>
            </a:endParaRPr>
          </a:p>
        </p:txBody>
      </p:sp>
      <p:sp>
        <p:nvSpPr>
          <p:cNvPr id="40" name="직사각형 39"/>
          <p:cNvSpPr/>
          <p:nvPr/>
        </p:nvSpPr>
        <p:spPr>
          <a:xfrm>
            <a:off x="6268176" y="1047023"/>
            <a:ext cx="5744667" cy="5591101"/>
          </a:xfrm>
          <a:prstGeom prst="rect">
            <a:avLst/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모서리가 둥근 직사각형 40"/>
          <p:cNvSpPr/>
          <p:nvPr/>
        </p:nvSpPr>
        <p:spPr>
          <a:xfrm>
            <a:off x="6419627" y="2201437"/>
            <a:ext cx="5355891" cy="4345945"/>
          </a:xfrm>
          <a:prstGeom prst="roundRect">
            <a:avLst>
              <a:gd name="adj" fmla="val 11083"/>
            </a:avLst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모서리가 둥근 직사각형 8"/>
          <p:cNvSpPr/>
          <p:nvPr/>
        </p:nvSpPr>
        <p:spPr>
          <a:xfrm>
            <a:off x="414137" y="1178026"/>
            <a:ext cx="5604714" cy="2018883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아래쪽 화살표 10"/>
          <p:cNvSpPr/>
          <p:nvPr/>
        </p:nvSpPr>
        <p:spPr>
          <a:xfrm rot="2806622">
            <a:off x="5419877" y="-229804"/>
            <a:ext cx="603585" cy="1961925"/>
          </a:xfrm>
          <a:prstGeom prst="downArrow">
            <a:avLst>
              <a:gd name="adj1" fmla="val 44770"/>
              <a:gd name="adj2" fmla="val 69032"/>
            </a:avLst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6419626" y="1209295"/>
            <a:ext cx="55932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>
                <a:solidFill>
                  <a:srgbClr val="616161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캠퍼스 박스 구성과 </a:t>
            </a:r>
            <a:r>
              <a:rPr lang="ko-KR" altLang="en-US" dirty="0" err="1" smtClean="0">
                <a:solidFill>
                  <a:srgbClr val="616161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태그값</a:t>
            </a:r>
            <a:r>
              <a:rPr lang="ko-KR" altLang="en-US" dirty="0" smtClean="0">
                <a:solidFill>
                  <a:srgbClr val="616161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 설정</a:t>
            </a:r>
            <a:endParaRPr lang="ko-KR" altLang="en-US" dirty="0">
              <a:solidFill>
                <a:srgbClr val="616161"/>
              </a:solidFill>
              <a:latin typeface="휴먼둥근헤드라인" panose="02030504000101010101" pitchFamily="18" charset="-127"/>
              <a:ea typeface="휴먼둥근헤드라인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050113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모서리가 둥근 직사각형 9"/>
          <p:cNvSpPr/>
          <p:nvPr/>
        </p:nvSpPr>
        <p:spPr>
          <a:xfrm>
            <a:off x="303216" y="1047023"/>
            <a:ext cx="5727635" cy="5591101"/>
          </a:xfrm>
          <a:prstGeom prst="roundRect">
            <a:avLst>
              <a:gd name="adj" fmla="val 9310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7" name="TextBox 56"/>
          <p:cNvSpPr txBox="1"/>
          <p:nvPr/>
        </p:nvSpPr>
        <p:spPr>
          <a:xfrm>
            <a:off x="6419626" y="1708376"/>
            <a:ext cx="47486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smtClean="0">
                <a:solidFill>
                  <a:srgbClr val="616161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이미지의 삽입과 이미지 크기를 조절하기 위한 코드 설정</a:t>
            </a:r>
            <a:endParaRPr lang="ko-KR" altLang="en-US" sz="1200" dirty="0">
              <a:solidFill>
                <a:srgbClr val="616161"/>
              </a:solidFill>
              <a:latin typeface="휴먼둥근헤드라인" panose="02030504000101010101" pitchFamily="18" charset="-127"/>
              <a:ea typeface="휴먼둥근헤드라인" panose="02030504000101010101" pitchFamily="18" charset="-127"/>
            </a:endParaRPr>
          </a:p>
        </p:txBody>
      </p:sp>
      <p:sp>
        <p:nvSpPr>
          <p:cNvPr id="18" name="모서리가 둥근 직사각형 17"/>
          <p:cNvSpPr/>
          <p:nvPr/>
        </p:nvSpPr>
        <p:spPr>
          <a:xfrm>
            <a:off x="388938" y="1135765"/>
            <a:ext cx="5544191" cy="5411617"/>
          </a:xfrm>
          <a:prstGeom prst="roundRect">
            <a:avLst>
              <a:gd name="adj" fmla="val 11083"/>
            </a:avLst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TextBox 36"/>
          <p:cNvSpPr txBox="1"/>
          <p:nvPr/>
        </p:nvSpPr>
        <p:spPr>
          <a:xfrm>
            <a:off x="388938" y="398897"/>
            <a:ext cx="53327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 smtClean="0">
                <a:solidFill>
                  <a:srgbClr val="FF0000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캠퍼스 메인 </a:t>
            </a:r>
            <a:r>
              <a:rPr lang="en-US" altLang="ko-KR" sz="2400" dirty="0" smtClean="0">
                <a:solidFill>
                  <a:srgbClr val="FF0000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hover </a:t>
            </a:r>
            <a:r>
              <a:rPr lang="ko-KR" altLang="en-US" sz="2400" dirty="0" smtClean="0">
                <a:solidFill>
                  <a:srgbClr val="FF0000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구성 </a:t>
            </a:r>
            <a:endParaRPr lang="ko-KR" altLang="en-US" sz="2400" dirty="0">
              <a:solidFill>
                <a:srgbClr val="FF0000"/>
              </a:solidFill>
              <a:latin typeface="휴먼둥근헤드라인" panose="02030504000101010101" pitchFamily="18" charset="-127"/>
              <a:ea typeface="휴먼둥근헤드라인" panose="02030504000101010101" pitchFamily="18" charset="-127"/>
            </a:endParaRPr>
          </a:p>
        </p:txBody>
      </p:sp>
      <p:sp>
        <p:nvSpPr>
          <p:cNvPr id="40" name="직사각형 39"/>
          <p:cNvSpPr/>
          <p:nvPr/>
        </p:nvSpPr>
        <p:spPr>
          <a:xfrm>
            <a:off x="6268176" y="1047023"/>
            <a:ext cx="5744667" cy="5591101"/>
          </a:xfrm>
          <a:prstGeom prst="rect">
            <a:avLst/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모서리가 둥근 직사각형 40"/>
          <p:cNvSpPr/>
          <p:nvPr/>
        </p:nvSpPr>
        <p:spPr>
          <a:xfrm>
            <a:off x="6419627" y="2201437"/>
            <a:ext cx="5355891" cy="4345945"/>
          </a:xfrm>
          <a:prstGeom prst="roundRect">
            <a:avLst>
              <a:gd name="adj" fmla="val 11083"/>
            </a:avLst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모서리가 둥근 직사각형 8"/>
          <p:cNvSpPr/>
          <p:nvPr/>
        </p:nvSpPr>
        <p:spPr>
          <a:xfrm>
            <a:off x="2096560" y="2048143"/>
            <a:ext cx="2128946" cy="2070147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아래쪽 화살표 10"/>
          <p:cNvSpPr/>
          <p:nvPr/>
        </p:nvSpPr>
        <p:spPr>
          <a:xfrm rot="2806622">
            <a:off x="4709834" y="727413"/>
            <a:ext cx="603585" cy="1961925"/>
          </a:xfrm>
          <a:prstGeom prst="downArrow">
            <a:avLst>
              <a:gd name="adj1" fmla="val 44770"/>
              <a:gd name="adj2" fmla="val 69032"/>
            </a:avLst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6419626" y="1209295"/>
            <a:ext cx="55932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solidFill>
                  <a:srgbClr val="616161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Hover </a:t>
            </a:r>
            <a:r>
              <a:rPr lang="ko-KR" altLang="en-US" dirty="0" smtClean="0">
                <a:solidFill>
                  <a:srgbClr val="616161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값을 설정하여 기존 이미지를 변경</a:t>
            </a:r>
            <a:endParaRPr lang="ko-KR" altLang="en-US" dirty="0">
              <a:solidFill>
                <a:srgbClr val="616161"/>
              </a:solidFill>
              <a:latin typeface="휴먼둥근헤드라인" panose="02030504000101010101" pitchFamily="18" charset="-127"/>
              <a:ea typeface="휴먼둥근헤드라인" panose="02030504000101010101" pitchFamily="18" charset="-127"/>
            </a:endParaRPr>
          </a:p>
        </p:txBody>
      </p:sp>
      <p:sp>
        <p:nvSpPr>
          <p:cNvPr id="13" name="타원 12"/>
          <p:cNvSpPr/>
          <p:nvPr/>
        </p:nvSpPr>
        <p:spPr>
          <a:xfrm>
            <a:off x="6556796" y="4676702"/>
            <a:ext cx="5081551" cy="169617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42409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모서리가 둥근 직사각형 9"/>
          <p:cNvSpPr/>
          <p:nvPr/>
        </p:nvSpPr>
        <p:spPr>
          <a:xfrm>
            <a:off x="303216" y="1047023"/>
            <a:ext cx="5727635" cy="5591101"/>
          </a:xfrm>
          <a:prstGeom prst="roundRect">
            <a:avLst>
              <a:gd name="adj" fmla="val 9310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TextBox 55"/>
          <p:cNvSpPr txBox="1"/>
          <p:nvPr/>
        </p:nvSpPr>
        <p:spPr>
          <a:xfrm>
            <a:off x="6419626" y="1209295"/>
            <a:ext cx="55932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>
                <a:solidFill>
                  <a:srgbClr val="616161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캠퍼스에 </a:t>
            </a:r>
            <a:r>
              <a:rPr lang="ko-KR" altLang="en-US" dirty="0" err="1" smtClean="0">
                <a:solidFill>
                  <a:srgbClr val="616161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적어넣을</a:t>
            </a:r>
            <a:r>
              <a:rPr lang="ko-KR" altLang="en-US" dirty="0" smtClean="0">
                <a:solidFill>
                  <a:srgbClr val="616161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 문장과 이미지 가져오기</a:t>
            </a:r>
            <a:endParaRPr lang="ko-KR" altLang="en-US" dirty="0">
              <a:solidFill>
                <a:srgbClr val="616161"/>
              </a:solidFill>
              <a:latin typeface="휴먼둥근헤드라인" panose="02030504000101010101" pitchFamily="18" charset="-127"/>
              <a:ea typeface="휴먼둥근헤드라인" panose="02030504000101010101" pitchFamily="18" charset="-127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6419626" y="1708376"/>
            <a:ext cx="47486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smtClean="0">
                <a:solidFill>
                  <a:srgbClr val="616161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만든 클래스를 이용해서 화면에 출력하기</a:t>
            </a:r>
            <a:endParaRPr lang="ko-KR" altLang="en-US" sz="1200" dirty="0">
              <a:solidFill>
                <a:srgbClr val="616161"/>
              </a:solidFill>
              <a:latin typeface="휴먼둥근헤드라인" panose="02030504000101010101" pitchFamily="18" charset="-127"/>
              <a:ea typeface="휴먼둥근헤드라인" panose="02030504000101010101" pitchFamily="18" charset="-127"/>
            </a:endParaRPr>
          </a:p>
        </p:txBody>
      </p:sp>
      <p:sp>
        <p:nvSpPr>
          <p:cNvPr id="18" name="모서리가 둥근 직사각형 17"/>
          <p:cNvSpPr/>
          <p:nvPr/>
        </p:nvSpPr>
        <p:spPr>
          <a:xfrm>
            <a:off x="388938" y="1135765"/>
            <a:ext cx="5544191" cy="5411617"/>
          </a:xfrm>
          <a:prstGeom prst="roundRect">
            <a:avLst>
              <a:gd name="adj" fmla="val 11083"/>
            </a:avLst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TextBox 36"/>
          <p:cNvSpPr txBox="1"/>
          <p:nvPr/>
        </p:nvSpPr>
        <p:spPr>
          <a:xfrm>
            <a:off x="388938" y="398897"/>
            <a:ext cx="53327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 smtClean="0">
                <a:solidFill>
                  <a:srgbClr val="FF0000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캠퍼스를 문장과 이미지 </a:t>
            </a:r>
            <a:endParaRPr lang="ko-KR" altLang="en-US" sz="2400" dirty="0">
              <a:solidFill>
                <a:srgbClr val="FF0000"/>
              </a:solidFill>
              <a:latin typeface="휴먼둥근헤드라인" panose="02030504000101010101" pitchFamily="18" charset="-127"/>
              <a:ea typeface="휴먼둥근헤드라인" panose="02030504000101010101" pitchFamily="18" charset="-127"/>
            </a:endParaRPr>
          </a:p>
        </p:txBody>
      </p:sp>
      <p:sp>
        <p:nvSpPr>
          <p:cNvPr id="40" name="직사각형 39"/>
          <p:cNvSpPr/>
          <p:nvPr/>
        </p:nvSpPr>
        <p:spPr>
          <a:xfrm>
            <a:off x="6268176" y="1047023"/>
            <a:ext cx="5744667" cy="5591101"/>
          </a:xfrm>
          <a:prstGeom prst="rect">
            <a:avLst/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모서리가 둥근 직사각형 40"/>
          <p:cNvSpPr/>
          <p:nvPr/>
        </p:nvSpPr>
        <p:spPr>
          <a:xfrm>
            <a:off x="6419627" y="2201437"/>
            <a:ext cx="5355891" cy="4345945"/>
          </a:xfrm>
          <a:prstGeom prst="roundRect">
            <a:avLst>
              <a:gd name="adj" fmla="val 11083"/>
            </a:avLst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41002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26175"/>
            <a:ext cx="12192000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Rectangle 6"/>
          <p:cNvSpPr>
            <a:spLocks noChangeArrowheads="1"/>
          </p:cNvSpPr>
          <p:nvPr/>
        </p:nvSpPr>
        <p:spPr bwMode="auto">
          <a:xfrm>
            <a:off x="1625600" y="43180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6" name="직사각형 5"/>
          <p:cNvSpPr/>
          <p:nvPr/>
        </p:nvSpPr>
        <p:spPr>
          <a:xfrm>
            <a:off x="111682" y="125643"/>
            <a:ext cx="11963982" cy="6659065"/>
          </a:xfrm>
          <a:prstGeom prst="rect">
            <a:avLst/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423026" y="6312842"/>
            <a:ext cx="17970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err="1" smtClean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Daelim</a:t>
            </a:r>
            <a:r>
              <a:rPr lang="en-US" altLang="ko-KR" sz="1400" dirty="0" smtClean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US" altLang="ko-KR" sz="1400" dirty="0" err="1" smtClean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UniverSity</a:t>
            </a:r>
            <a:endParaRPr lang="ko-KR" altLang="en-US" sz="1400" dirty="0">
              <a:solidFill>
                <a:schemeClr val="bg1"/>
              </a:solidFill>
              <a:latin typeface="휴먼둥근헤드라인" panose="02030504000101010101" pitchFamily="18" charset="-127"/>
              <a:ea typeface="휴먼둥근헤드라인" panose="02030504000101010101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778277" y="6266676"/>
            <a:ext cx="11303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 smtClean="0">
                <a:solidFill>
                  <a:schemeClr val="bg1"/>
                </a:solidFill>
                <a:latin typeface="Segoe UI Black" panose="020B0A02040204020203" pitchFamily="34" charset="0"/>
                <a:ea typeface="휴먼둥근헤드라인" panose="02030504000101010101" pitchFamily="18" charset="-127"/>
              </a:rPr>
              <a:t>  신민수</a:t>
            </a:r>
            <a:endParaRPr lang="ko-KR" altLang="en-US" sz="2000" dirty="0">
              <a:solidFill>
                <a:schemeClr val="bg1"/>
              </a:solidFill>
              <a:latin typeface="휴먼둥근헤드라인" panose="02030504000101010101" pitchFamily="18" charset="-127"/>
              <a:ea typeface="휴먼둥근헤드라인" panose="02030504000101010101" pitchFamily="18" charset="-127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3010545" y="2079021"/>
            <a:ext cx="6166255" cy="1736646"/>
            <a:chOff x="3138289" y="2017752"/>
            <a:chExt cx="5915422" cy="1736646"/>
          </a:xfrm>
        </p:grpSpPr>
        <p:sp>
          <p:nvSpPr>
            <p:cNvPr id="13" name="TextBox 12"/>
            <p:cNvSpPr txBox="1"/>
            <p:nvPr/>
          </p:nvSpPr>
          <p:spPr>
            <a:xfrm>
              <a:off x="3666728" y="2017752"/>
              <a:ext cx="485854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400" dirty="0" smtClean="0">
                  <a:solidFill>
                    <a:srgbClr val="FF0000"/>
                  </a:solidFill>
                  <a:latin typeface="휴먼둥근헤드라인" panose="02030504000101010101" pitchFamily="18" charset="-127"/>
                  <a:ea typeface="휴먼둥근헤드라인" panose="02030504000101010101" pitchFamily="18" charset="-127"/>
                </a:rPr>
                <a:t>[</a:t>
              </a:r>
              <a:r>
                <a:rPr lang="ko-KR" altLang="en-US" sz="2400" dirty="0">
                  <a:solidFill>
                    <a:schemeClr val="bg1"/>
                  </a:solidFill>
                  <a:latin typeface="휴먼둥근헤드라인" panose="02030504000101010101" pitchFamily="18" charset="-127"/>
                  <a:ea typeface="휴먼둥근헤드라인" panose="02030504000101010101" pitchFamily="18" charset="-127"/>
                </a:rPr>
                <a:t> </a:t>
              </a:r>
              <a:r>
                <a:rPr lang="ko-KR" altLang="en-US" sz="2400" dirty="0" smtClean="0">
                  <a:solidFill>
                    <a:srgbClr val="FF0000"/>
                  </a:solidFill>
                  <a:latin typeface="휴먼둥근헤드라인" panose="02030504000101010101" pitchFamily="18" charset="-127"/>
                  <a:ea typeface="휴먼둥근헤드라인" panose="02030504000101010101" pitchFamily="18" charset="-127"/>
                </a:rPr>
                <a:t>대림그라운드 </a:t>
              </a:r>
              <a:r>
                <a:rPr lang="en-US" altLang="ko-KR" sz="2400" dirty="0" smtClean="0">
                  <a:solidFill>
                    <a:srgbClr val="FF0000"/>
                  </a:solidFill>
                  <a:latin typeface="휴먼둥근헤드라인" panose="02030504000101010101" pitchFamily="18" charset="-127"/>
                  <a:ea typeface="휴먼둥근헤드라인" panose="02030504000101010101" pitchFamily="18" charset="-127"/>
                </a:rPr>
                <a:t>]</a:t>
              </a:r>
              <a:r>
                <a:rPr lang="ko-KR" altLang="en-US" sz="2400" dirty="0" smtClean="0">
                  <a:solidFill>
                    <a:srgbClr val="FF0000"/>
                  </a:solidFill>
                  <a:latin typeface="휴먼둥근헤드라인" panose="02030504000101010101" pitchFamily="18" charset="-127"/>
                  <a:ea typeface="휴먼둥근헤드라인" panose="02030504000101010101" pitchFamily="18" charset="-127"/>
                </a:rPr>
                <a:t> </a:t>
              </a:r>
              <a:endParaRPr lang="ko-KR" altLang="en-US" sz="2400" dirty="0">
                <a:solidFill>
                  <a:srgbClr val="FF0000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3138289" y="2646402"/>
              <a:ext cx="5915422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6600" dirty="0" smtClean="0">
                  <a:solidFill>
                    <a:srgbClr val="FF0000"/>
                  </a:solidFill>
                  <a:latin typeface="휴먼둥근헤드라인" panose="02030504000101010101" pitchFamily="18" charset="-127"/>
                  <a:ea typeface="휴먼둥근헤드라인" panose="02030504000101010101" pitchFamily="18" charset="-127"/>
                </a:rPr>
                <a:t>3. </a:t>
              </a:r>
              <a:r>
                <a:rPr lang="ko-KR" altLang="en-US" sz="6600" dirty="0" smtClean="0">
                  <a:solidFill>
                    <a:srgbClr val="FF0000"/>
                  </a:solidFill>
                  <a:latin typeface="휴먼둥근헤드라인" panose="02030504000101010101" pitchFamily="18" charset="-127"/>
                  <a:ea typeface="휴먼둥근헤드라인" panose="02030504000101010101" pitchFamily="18" charset="-127"/>
                </a:rPr>
                <a:t>미디어 화면</a:t>
              </a:r>
              <a:endParaRPr lang="ko-KR" altLang="en-US" sz="6600" dirty="0">
                <a:solidFill>
                  <a:srgbClr val="FF0000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endParaRPr>
            </a:p>
          </p:txBody>
        </p:sp>
      </p:grp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3988" y="4860812"/>
            <a:ext cx="1219370" cy="933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72896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모서리가 둥근 직사각형 9"/>
          <p:cNvSpPr/>
          <p:nvPr/>
        </p:nvSpPr>
        <p:spPr>
          <a:xfrm>
            <a:off x="303216" y="1047023"/>
            <a:ext cx="5727635" cy="5591101"/>
          </a:xfrm>
          <a:prstGeom prst="roundRect">
            <a:avLst>
              <a:gd name="adj" fmla="val 9310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7" name="TextBox 56"/>
          <p:cNvSpPr txBox="1"/>
          <p:nvPr/>
        </p:nvSpPr>
        <p:spPr>
          <a:xfrm>
            <a:off x="6419626" y="1708376"/>
            <a:ext cx="47486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smtClean="0">
                <a:solidFill>
                  <a:srgbClr val="616161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외부링크를 가져오기 위한 </a:t>
            </a:r>
            <a:r>
              <a:rPr lang="en-US" altLang="ko-KR" sz="1200" dirty="0" err="1" smtClean="0">
                <a:solidFill>
                  <a:srgbClr val="616161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inframe</a:t>
            </a:r>
            <a:r>
              <a:rPr lang="en-US" altLang="ko-KR" sz="1200" dirty="0">
                <a:solidFill>
                  <a:srgbClr val="616161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 </a:t>
            </a:r>
            <a:r>
              <a:rPr lang="ko-KR" altLang="en-US" sz="1200" dirty="0" smtClean="0">
                <a:solidFill>
                  <a:srgbClr val="616161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사용</a:t>
            </a:r>
            <a:endParaRPr lang="ko-KR" altLang="en-US" sz="1200" dirty="0">
              <a:solidFill>
                <a:srgbClr val="616161"/>
              </a:solidFill>
              <a:latin typeface="휴먼둥근헤드라인" panose="02030504000101010101" pitchFamily="18" charset="-127"/>
              <a:ea typeface="휴먼둥근헤드라인" panose="02030504000101010101" pitchFamily="18" charset="-127"/>
            </a:endParaRPr>
          </a:p>
        </p:txBody>
      </p:sp>
      <p:sp>
        <p:nvSpPr>
          <p:cNvPr id="18" name="모서리가 둥근 직사각형 17"/>
          <p:cNvSpPr/>
          <p:nvPr/>
        </p:nvSpPr>
        <p:spPr>
          <a:xfrm>
            <a:off x="388938" y="1135765"/>
            <a:ext cx="5544191" cy="5411617"/>
          </a:xfrm>
          <a:prstGeom prst="roundRect">
            <a:avLst>
              <a:gd name="adj" fmla="val 11083"/>
            </a:avLst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TextBox 36"/>
          <p:cNvSpPr txBox="1"/>
          <p:nvPr/>
        </p:nvSpPr>
        <p:spPr>
          <a:xfrm>
            <a:off x="388938" y="398897"/>
            <a:ext cx="53327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 smtClean="0">
                <a:solidFill>
                  <a:srgbClr val="FF0000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미디어 메인 구성 </a:t>
            </a:r>
            <a:endParaRPr lang="ko-KR" altLang="en-US" sz="2400" dirty="0">
              <a:solidFill>
                <a:srgbClr val="FF0000"/>
              </a:solidFill>
              <a:latin typeface="휴먼둥근헤드라인" panose="02030504000101010101" pitchFamily="18" charset="-127"/>
              <a:ea typeface="휴먼둥근헤드라인" panose="02030504000101010101" pitchFamily="18" charset="-127"/>
            </a:endParaRPr>
          </a:p>
        </p:txBody>
      </p:sp>
      <p:sp>
        <p:nvSpPr>
          <p:cNvPr id="40" name="직사각형 39"/>
          <p:cNvSpPr/>
          <p:nvPr/>
        </p:nvSpPr>
        <p:spPr>
          <a:xfrm>
            <a:off x="6268176" y="1047023"/>
            <a:ext cx="5744667" cy="5591101"/>
          </a:xfrm>
          <a:prstGeom prst="rect">
            <a:avLst/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모서리가 둥근 직사각형 40"/>
          <p:cNvSpPr/>
          <p:nvPr/>
        </p:nvSpPr>
        <p:spPr>
          <a:xfrm>
            <a:off x="6419627" y="2201437"/>
            <a:ext cx="5355891" cy="4345945"/>
          </a:xfrm>
          <a:prstGeom prst="roundRect">
            <a:avLst>
              <a:gd name="adj" fmla="val 11083"/>
            </a:avLst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모서리가 둥근 직사각형 8"/>
          <p:cNvSpPr/>
          <p:nvPr/>
        </p:nvSpPr>
        <p:spPr>
          <a:xfrm>
            <a:off x="523511" y="2515186"/>
            <a:ext cx="5198158" cy="3892594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아래쪽 화살표 10"/>
          <p:cNvSpPr/>
          <p:nvPr/>
        </p:nvSpPr>
        <p:spPr>
          <a:xfrm rot="2806622">
            <a:off x="5273235" y="755356"/>
            <a:ext cx="603585" cy="1961925"/>
          </a:xfrm>
          <a:prstGeom prst="downArrow">
            <a:avLst>
              <a:gd name="adj1" fmla="val 44770"/>
              <a:gd name="adj2" fmla="val 69032"/>
            </a:avLst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6419626" y="1209295"/>
            <a:ext cx="55932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>
                <a:solidFill>
                  <a:srgbClr val="616161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미디어를 </a:t>
            </a:r>
            <a:r>
              <a:rPr lang="ko-KR" altLang="en-US" dirty="0" err="1" smtClean="0">
                <a:solidFill>
                  <a:srgbClr val="616161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넣기위한</a:t>
            </a:r>
            <a:r>
              <a:rPr lang="ko-KR" altLang="en-US" dirty="0" smtClean="0">
                <a:solidFill>
                  <a:srgbClr val="616161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 박스 설정과 </a:t>
            </a:r>
            <a:r>
              <a:rPr lang="ko-KR" altLang="en-US" dirty="0" err="1" smtClean="0">
                <a:solidFill>
                  <a:srgbClr val="616161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태그값</a:t>
            </a:r>
            <a:endParaRPr lang="ko-KR" altLang="en-US" dirty="0">
              <a:solidFill>
                <a:srgbClr val="616161"/>
              </a:solidFill>
              <a:latin typeface="휴먼둥근헤드라인" panose="02030504000101010101" pitchFamily="18" charset="-127"/>
              <a:ea typeface="휴먼둥근헤드라인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455072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모서리가 둥근 직사각형 9"/>
          <p:cNvSpPr/>
          <p:nvPr/>
        </p:nvSpPr>
        <p:spPr>
          <a:xfrm>
            <a:off x="303216" y="1047023"/>
            <a:ext cx="5727635" cy="5591101"/>
          </a:xfrm>
          <a:prstGeom prst="roundRect">
            <a:avLst>
              <a:gd name="adj" fmla="val 9310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7" name="TextBox 56"/>
          <p:cNvSpPr txBox="1"/>
          <p:nvPr/>
        </p:nvSpPr>
        <p:spPr>
          <a:xfrm>
            <a:off x="6419626" y="1708376"/>
            <a:ext cx="47486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smtClean="0">
                <a:solidFill>
                  <a:srgbClr val="616161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가져온 영상이 설정한 </a:t>
            </a:r>
            <a:r>
              <a:rPr lang="ko-KR" altLang="en-US" sz="1200" dirty="0" err="1" smtClean="0">
                <a:solidFill>
                  <a:srgbClr val="616161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박스안에</a:t>
            </a:r>
            <a:r>
              <a:rPr lang="ko-KR" altLang="en-US" sz="1200" dirty="0" smtClean="0">
                <a:solidFill>
                  <a:srgbClr val="616161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 들어가 실행되는지 체크</a:t>
            </a:r>
            <a:endParaRPr lang="ko-KR" altLang="en-US" sz="1200" dirty="0">
              <a:solidFill>
                <a:srgbClr val="616161"/>
              </a:solidFill>
              <a:latin typeface="휴먼둥근헤드라인" panose="02030504000101010101" pitchFamily="18" charset="-127"/>
              <a:ea typeface="휴먼둥근헤드라인" panose="02030504000101010101" pitchFamily="18" charset="-127"/>
            </a:endParaRPr>
          </a:p>
        </p:txBody>
      </p:sp>
      <p:sp>
        <p:nvSpPr>
          <p:cNvPr id="18" name="모서리가 둥근 직사각형 17"/>
          <p:cNvSpPr/>
          <p:nvPr/>
        </p:nvSpPr>
        <p:spPr>
          <a:xfrm>
            <a:off x="388938" y="1135765"/>
            <a:ext cx="5544191" cy="5411617"/>
          </a:xfrm>
          <a:prstGeom prst="roundRect">
            <a:avLst>
              <a:gd name="adj" fmla="val 11083"/>
            </a:avLst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TextBox 36"/>
          <p:cNvSpPr txBox="1"/>
          <p:nvPr/>
        </p:nvSpPr>
        <p:spPr>
          <a:xfrm>
            <a:off x="388938" y="398897"/>
            <a:ext cx="53327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 smtClean="0">
                <a:solidFill>
                  <a:srgbClr val="FF0000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미디어 메인 구성 </a:t>
            </a:r>
            <a:endParaRPr lang="ko-KR" altLang="en-US" sz="2400" dirty="0">
              <a:solidFill>
                <a:srgbClr val="FF0000"/>
              </a:solidFill>
              <a:latin typeface="휴먼둥근헤드라인" panose="02030504000101010101" pitchFamily="18" charset="-127"/>
              <a:ea typeface="휴먼둥근헤드라인" panose="02030504000101010101" pitchFamily="18" charset="-127"/>
            </a:endParaRPr>
          </a:p>
        </p:txBody>
      </p:sp>
      <p:sp>
        <p:nvSpPr>
          <p:cNvPr id="40" name="직사각형 39"/>
          <p:cNvSpPr/>
          <p:nvPr/>
        </p:nvSpPr>
        <p:spPr>
          <a:xfrm>
            <a:off x="6268176" y="1047023"/>
            <a:ext cx="5744667" cy="5591101"/>
          </a:xfrm>
          <a:prstGeom prst="rect">
            <a:avLst/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모서리가 둥근 직사각형 40"/>
          <p:cNvSpPr/>
          <p:nvPr/>
        </p:nvSpPr>
        <p:spPr>
          <a:xfrm>
            <a:off x="6419627" y="2201437"/>
            <a:ext cx="5355891" cy="4345945"/>
          </a:xfrm>
          <a:prstGeom prst="roundRect">
            <a:avLst>
              <a:gd name="adj" fmla="val 11083"/>
            </a:avLst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모서리가 둥근 직사각형 8"/>
          <p:cNvSpPr/>
          <p:nvPr/>
        </p:nvSpPr>
        <p:spPr>
          <a:xfrm>
            <a:off x="523511" y="2515186"/>
            <a:ext cx="5198158" cy="3892594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아래쪽 화살표 10"/>
          <p:cNvSpPr/>
          <p:nvPr/>
        </p:nvSpPr>
        <p:spPr>
          <a:xfrm rot="2806622">
            <a:off x="5273235" y="755356"/>
            <a:ext cx="603585" cy="1961925"/>
          </a:xfrm>
          <a:prstGeom prst="downArrow">
            <a:avLst>
              <a:gd name="adj1" fmla="val 44770"/>
              <a:gd name="adj2" fmla="val 69032"/>
            </a:avLst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6419626" y="1209295"/>
            <a:ext cx="55932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>
                <a:solidFill>
                  <a:srgbClr val="616161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미디어에 </a:t>
            </a:r>
            <a:r>
              <a:rPr lang="ko-KR" altLang="en-US" dirty="0" err="1" smtClean="0">
                <a:solidFill>
                  <a:srgbClr val="616161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적어넣을</a:t>
            </a:r>
            <a:r>
              <a:rPr lang="ko-KR" altLang="en-US" dirty="0" smtClean="0">
                <a:solidFill>
                  <a:srgbClr val="616161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 문장과 </a:t>
            </a:r>
            <a:r>
              <a:rPr lang="ko-KR" altLang="en-US" dirty="0" err="1" smtClean="0">
                <a:solidFill>
                  <a:srgbClr val="616161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영상링크</a:t>
            </a:r>
            <a:r>
              <a:rPr lang="ko-KR" altLang="en-US" dirty="0" smtClean="0">
                <a:solidFill>
                  <a:srgbClr val="616161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 가져오기</a:t>
            </a:r>
            <a:endParaRPr lang="ko-KR" altLang="en-US" dirty="0">
              <a:solidFill>
                <a:srgbClr val="616161"/>
              </a:solidFill>
              <a:latin typeface="휴먼둥근헤드라인" panose="02030504000101010101" pitchFamily="18" charset="-127"/>
              <a:ea typeface="휴먼둥근헤드라인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208129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-2328" y="26175"/>
            <a:ext cx="12192000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Rectangle 6"/>
          <p:cNvSpPr>
            <a:spLocks noChangeArrowheads="1"/>
          </p:cNvSpPr>
          <p:nvPr/>
        </p:nvSpPr>
        <p:spPr bwMode="auto">
          <a:xfrm>
            <a:off x="1625600" y="43180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6" name="직사각형 5"/>
          <p:cNvSpPr/>
          <p:nvPr/>
        </p:nvSpPr>
        <p:spPr>
          <a:xfrm>
            <a:off x="111682" y="125643"/>
            <a:ext cx="11963982" cy="6659065"/>
          </a:xfrm>
          <a:prstGeom prst="rect">
            <a:avLst/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423026" y="6312842"/>
            <a:ext cx="17970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err="1" smtClean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Daelim</a:t>
            </a:r>
            <a:r>
              <a:rPr lang="en-US" altLang="ko-KR" sz="1400" dirty="0" smtClean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US" altLang="ko-KR" sz="1400" dirty="0" err="1" smtClean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UniverSity</a:t>
            </a:r>
            <a:endParaRPr lang="ko-KR" altLang="en-US" sz="1400" dirty="0">
              <a:solidFill>
                <a:schemeClr val="bg1"/>
              </a:solidFill>
              <a:latin typeface="휴먼둥근헤드라인" panose="02030504000101010101" pitchFamily="18" charset="-127"/>
              <a:ea typeface="휴먼둥근헤드라인" panose="02030504000101010101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778277" y="6266676"/>
            <a:ext cx="11303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 smtClean="0">
                <a:solidFill>
                  <a:schemeClr val="bg1"/>
                </a:solidFill>
                <a:latin typeface="Segoe UI Black" panose="020B0A02040204020203" pitchFamily="34" charset="0"/>
                <a:ea typeface="휴먼둥근헤드라인" panose="02030504000101010101" pitchFamily="18" charset="-127"/>
              </a:rPr>
              <a:t>  신민수</a:t>
            </a:r>
            <a:endParaRPr lang="ko-KR" altLang="en-US" sz="2000" dirty="0">
              <a:solidFill>
                <a:schemeClr val="bg1"/>
              </a:solidFill>
              <a:latin typeface="휴먼둥근헤드라인" panose="02030504000101010101" pitchFamily="18" charset="-127"/>
              <a:ea typeface="휴먼둥근헤드라인" panose="02030504000101010101" pitchFamily="18" charset="-127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3010545" y="2079021"/>
            <a:ext cx="6166255" cy="1736646"/>
            <a:chOff x="3138289" y="2017752"/>
            <a:chExt cx="5915422" cy="1736646"/>
          </a:xfrm>
        </p:grpSpPr>
        <p:sp>
          <p:nvSpPr>
            <p:cNvPr id="13" name="TextBox 12"/>
            <p:cNvSpPr txBox="1"/>
            <p:nvPr/>
          </p:nvSpPr>
          <p:spPr>
            <a:xfrm>
              <a:off x="3666728" y="2017752"/>
              <a:ext cx="485854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400" dirty="0" smtClean="0">
                  <a:solidFill>
                    <a:srgbClr val="FF0000"/>
                  </a:solidFill>
                  <a:latin typeface="휴먼둥근헤드라인" panose="02030504000101010101" pitchFamily="18" charset="-127"/>
                  <a:ea typeface="휴먼둥근헤드라인" panose="02030504000101010101" pitchFamily="18" charset="-127"/>
                </a:rPr>
                <a:t>[</a:t>
              </a:r>
              <a:r>
                <a:rPr lang="ko-KR" altLang="en-US" sz="2400" dirty="0">
                  <a:solidFill>
                    <a:schemeClr val="bg1"/>
                  </a:solidFill>
                  <a:latin typeface="휴먼둥근헤드라인" panose="02030504000101010101" pitchFamily="18" charset="-127"/>
                  <a:ea typeface="휴먼둥근헤드라인" panose="02030504000101010101" pitchFamily="18" charset="-127"/>
                </a:rPr>
                <a:t> </a:t>
              </a:r>
              <a:r>
                <a:rPr lang="ko-KR" altLang="en-US" sz="2400" dirty="0" smtClean="0">
                  <a:solidFill>
                    <a:srgbClr val="FF0000"/>
                  </a:solidFill>
                  <a:latin typeface="휴먼둥근헤드라인" panose="02030504000101010101" pitchFamily="18" charset="-127"/>
                  <a:ea typeface="휴먼둥근헤드라인" panose="02030504000101010101" pitchFamily="18" charset="-127"/>
                </a:rPr>
                <a:t>대림그라운드 </a:t>
              </a:r>
              <a:r>
                <a:rPr lang="en-US" altLang="ko-KR" sz="2400" dirty="0" smtClean="0">
                  <a:solidFill>
                    <a:srgbClr val="FF0000"/>
                  </a:solidFill>
                  <a:latin typeface="휴먼둥근헤드라인" panose="02030504000101010101" pitchFamily="18" charset="-127"/>
                  <a:ea typeface="휴먼둥근헤드라인" panose="02030504000101010101" pitchFamily="18" charset="-127"/>
                </a:rPr>
                <a:t>]</a:t>
              </a:r>
              <a:r>
                <a:rPr lang="ko-KR" altLang="en-US" sz="2400" dirty="0" smtClean="0">
                  <a:solidFill>
                    <a:srgbClr val="FF0000"/>
                  </a:solidFill>
                  <a:latin typeface="휴먼둥근헤드라인" panose="02030504000101010101" pitchFamily="18" charset="-127"/>
                  <a:ea typeface="휴먼둥근헤드라인" panose="02030504000101010101" pitchFamily="18" charset="-127"/>
                </a:rPr>
                <a:t> </a:t>
              </a:r>
              <a:endParaRPr lang="ko-KR" altLang="en-US" sz="2400" dirty="0">
                <a:solidFill>
                  <a:srgbClr val="FF0000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3138289" y="2646402"/>
              <a:ext cx="5915422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6600" dirty="0" smtClean="0">
                  <a:solidFill>
                    <a:srgbClr val="FF0000"/>
                  </a:solidFill>
                  <a:latin typeface="휴먼둥근헤드라인" panose="02030504000101010101" pitchFamily="18" charset="-127"/>
                  <a:ea typeface="휴먼둥근헤드라인" panose="02030504000101010101" pitchFamily="18" charset="-127"/>
                </a:rPr>
                <a:t> 4. </a:t>
              </a:r>
              <a:r>
                <a:rPr lang="ko-KR" altLang="en-US" sz="6600" dirty="0" smtClean="0">
                  <a:solidFill>
                    <a:srgbClr val="FF0000"/>
                  </a:solidFill>
                  <a:latin typeface="휴먼둥근헤드라인" panose="02030504000101010101" pitchFamily="18" charset="-127"/>
                  <a:ea typeface="휴먼둥근헤드라인" panose="02030504000101010101" pitchFamily="18" charset="-127"/>
                </a:rPr>
                <a:t>커뮤니티</a:t>
              </a:r>
              <a:endParaRPr lang="ko-KR" altLang="en-US" sz="6600" dirty="0">
                <a:solidFill>
                  <a:srgbClr val="FF0000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endParaRPr>
            </a:p>
          </p:txBody>
        </p:sp>
      </p:grp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3988" y="4860812"/>
            <a:ext cx="1219370" cy="933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00959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모서리가 둥근 직사각형 9"/>
          <p:cNvSpPr/>
          <p:nvPr/>
        </p:nvSpPr>
        <p:spPr>
          <a:xfrm>
            <a:off x="303216" y="1047023"/>
            <a:ext cx="5727635" cy="5591101"/>
          </a:xfrm>
          <a:prstGeom prst="roundRect">
            <a:avLst>
              <a:gd name="adj" fmla="val 9310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7" name="TextBox 56"/>
          <p:cNvSpPr txBox="1"/>
          <p:nvPr/>
        </p:nvSpPr>
        <p:spPr>
          <a:xfrm>
            <a:off x="6419626" y="1708376"/>
            <a:ext cx="47486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smtClean="0">
                <a:solidFill>
                  <a:srgbClr val="616161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채팅 화면을 구성하기 위한 기초 단계 준비 </a:t>
            </a:r>
            <a:endParaRPr lang="ko-KR" altLang="en-US" sz="1200" dirty="0">
              <a:solidFill>
                <a:srgbClr val="616161"/>
              </a:solidFill>
              <a:latin typeface="휴먼둥근헤드라인" panose="02030504000101010101" pitchFamily="18" charset="-127"/>
              <a:ea typeface="휴먼둥근헤드라인" panose="02030504000101010101" pitchFamily="18" charset="-127"/>
            </a:endParaRPr>
          </a:p>
        </p:txBody>
      </p:sp>
      <p:sp>
        <p:nvSpPr>
          <p:cNvPr id="18" name="모서리가 둥근 직사각형 17"/>
          <p:cNvSpPr/>
          <p:nvPr/>
        </p:nvSpPr>
        <p:spPr>
          <a:xfrm>
            <a:off x="388938" y="1135765"/>
            <a:ext cx="5544191" cy="5411617"/>
          </a:xfrm>
          <a:prstGeom prst="roundRect">
            <a:avLst>
              <a:gd name="adj" fmla="val 11083"/>
            </a:avLst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TextBox 36"/>
          <p:cNvSpPr txBox="1"/>
          <p:nvPr/>
        </p:nvSpPr>
        <p:spPr>
          <a:xfrm>
            <a:off x="388938" y="398897"/>
            <a:ext cx="53327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 smtClean="0">
                <a:solidFill>
                  <a:srgbClr val="FF0000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커뮤니티 메인 구성 </a:t>
            </a:r>
            <a:endParaRPr lang="ko-KR" altLang="en-US" sz="2400" dirty="0">
              <a:solidFill>
                <a:srgbClr val="FF0000"/>
              </a:solidFill>
              <a:latin typeface="휴먼둥근헤드라인" panose="02030504000101010101" pitchFamily="18" charset="-127"/>
              <a:ea typeface="휴먼둥근헤드라인" panose="02030504000101010101" pitchFamily="18" charset="-127"/>
            </a:endParaRPr>
          </a:p>
        </p:txBody>
      </p:sp>
      <p:sp>
        <p:nvSpPr>
          <p:cNvPr id="40" name="직사각형 39"/>
          <p:cNvSpPr/>
          <p:nvPr/>
        </p:nvSpPr>
        <p:spPr>
          <a:xfrm>
            <a:off x="6268176" y="1047023"/>
            <a:ext cx="5744667" cy="5591101"/>
          </a:xfrm>
          <a:prstGeom prst="rect">
            <a:avLst/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모서리가 둥근 직사각형 40"/>
          <p:cNvSpPr/>
          <p:nvPr/>
        </p:nvSpPr>
        <p:spPr>
          <a:xfrm>
            <a:off x="6419627" y="2201437"/>
            <a:ext cx="5355891" cy="4345945"/>
          </a:xfrm>
          <a:prstGeom prst="roundRect">
            <a:avLst>
              <a:gd name="adj" fmla="val 11083"/>
            </a:avLst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6419626" y="1209295"/>
            <a:ext cx="55932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>
                <a:solidFill>
                  <a:srgbClr val="616161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커뮤니티 기능을 위한 박스와 </a:t>
            </a:r>
            <a:r>
              <a:rPr lang="ko-KR" altLang="en-US" dirty="0" err="1" smtClean="0">
                <a:solidFill>
                  <a:srgbClr val="616161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채팅기능</a:t>
            </a:r>
            <a:endParaRPr lang="ko-KR" altLang="en-US" dirty="0">
              <a:solidFill>
                <a:srgbClr val="616161"/>
              </a:solidFill>
              <a:latin typeface="휴먼둥근헤드라인" panose="02030504000101010101" pitchFamily="18" charset="-127"/>
              <a:ea typeface="휴먼둥근헤드라인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959977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모서리가 둥근 직사각형 9"/>
          <p:cNvSpPr/>
          <p:nvPr/>
        </p:nvSpPr>
        <p:spPr>
          <a:xfrm>
            <a:off x="303216" y="1047023"/>
            <a:ext cx="5727635" cy="5591101"/>
          </a:xfrm>
          <a:prstGeom prst="roundRect">
            <a:avLst>
              <a:gd name="adj" fmla="val 9310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7" name="TextBox 56"/>
          <p:cNvSpPr txBox="1"/>
          <p:nvPr/>
        </p:nvSpPr>
        <p:spPr>
          <a:xfrm>
            <a:off x="6419626" y="1708376"/>
            <a:ext cx="47486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smtClean="0">
                <a:solidFill>
                  <a:srgbClr val="616161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글을 입력시키기 위한 값과 스크립트를 작성</a:t>
            </a:r>
            <a:endParaRPr lang="ko-KR" altLang="en-US" sz="1200" dirty="0">
              <a:solidFill>
                <a:srgbClr val="616161"/>
              </a:solidFill>
              <a:latin typeface="휴먼둥근헤드라인" panose="02030504000101010101" pitchFamily="18" charset="-127"/>
              <a:ea typeface="휴먼둥근헤드라인" panose="02030504000101010101" pitchFamily="18" charset="-127"/>
            </a:endParaRPr>
          </a:p>
        </p:txBody>
      </p:sp>
      <p:sp>
        <p:nvSpPr>
          <p:cNvPr id="18" name="모서리가 둥근 직사각형 17"/>
          <p:cNvSpPr/>
          <p:nvPr/>
        </p:nvSpPr>
        <p:spPr>
          <a:xfrm>
            <a:off x="388938" y="1135765"/>
            <a:ext cx="5544191" cy="5411617"/>
          </a:xfrm>
          <a:prstGeom prst="roundRect">
            <a:avLst>
              <a:gd name="adj" fmla="val 11083"/>
            </a:avLst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TextBox 36"/>
          <p:cNvSpPr txBox="1"/>
          <p:nvPr/>
        </p:nvSpPr>
        <p:spPr>
          <a:xfrm>
            <a:off x="388938" y="398897"/>
            <a:ext cx="53327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 smtClean="0">
                <a:solidFill>
                  <a:srgbClr val="FF0000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커뮤니티 스크립트 구성 </a:t>
            </a:r>
            <a:endParaRPr lang="ko-KR" altLang="en-US" sz="2400" dirty="0">
              <a:solidFill>
                <a:srgbClr val="FF0000"/>
              </a:solidFill>
              <a:latin typeface="휴먼둥근헤드라인" panose="02030504000101010101" pitchFamily="18" charset="-127"/>
              <a:ea typeface="휴먼둥근헤드라인" panose="02030504000101010101" pitchFamily="18" charset="-127"/>
            </a:endParaRPr>
          </a:p>
        </p:txBody>
      </p:sp>
      <p:sp>
        <p:nvSpPr>
          <p:cNvPr id="40" name="직사각형 39"/>
          <p:cNvSpPr/>
          <p:nvPr/>
        </p:nvSpPr>
        <p:spPr>
          <a:xfrm>
            <a:off x="6268176" y="1047023"/>
            <a:ext cx="5744667" cy="5591101"/>
          </a:xfrm>
          <a:prstGeom prst="rect">
            <a:avLst/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모서리가 둥근 직사각형 40"/>
          <p:cNvSpPr/>
          <p:nvPr/>
        </p:nvSpPr>
        <p:spPr>
          <a:xfrm>
            <a:off x="6419627" y="2201437"/>
            <a:ext cx="5355891" cy="4345945"/>
          </a:xfrm>
          <a:prstGeom prst="roundRect">
            <a:avLst>
              <a:gd name="adj" fmla="val 11083"/>
            </a:avLst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6419626" y="1209295"/>
            <a:ext cx="55932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>
                <a:solidFill>
                  <a:srgbClr val="616161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커뮤니티 글을 쓰고 전송을 눌러서 글 입력</a:t>
            </a:r>
            <a:endParaRPr lang="ko-KR" altLang="en-US" dirty="0">
              <a:solidFill>
                <a:srgbClr val="616161"/>
              </a:solidFill>
              <a:latin typeface="휴먼둥근헤드라인" panose="02030504000101010101" pitchFamily="18" charset="-127"/>
              <a:ea typeface="휴먼둥근헤드라인" panose="02030504000101010101" pitchFamily="18" charset="-127"/>
            </a:endParaRPr>
          </a:p>
        </p:txBody>
      </p:sp>
      <p:sp>
        <p:nvSpPr>
          <p:cNvPr id="9" name="아래쪽 화살표 8"/>
          <p:cNvSpPr/>
          <p:nvPr/>
        </p:nvSpPr>
        <p:spPr>
          <a:xfrm rot="19546345">
            <a:off x="5814780" y="1699678"/>
            <a:ext cx="603585" cy="1961925"/>
          </a:xfrm>
          <a:prstGeom prst="downArrow">
            <a:avLst>
              <a:gd name="adj1" fmla="val 44770"/>
              <a:gd name="adj2" fmla="val 69032"/>
            </a:avLst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모서리가 둥근 직사각형 10"/>
          <p:cNvSpPr/>
          <p:nvPr/>
        </p:nvSpPr>
        <p:spPr>
          <a:xfrm>
            <a:off x="6517348" y="3448195"/>
            <a:ext cx="3625147" cy="2861864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77558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모서리가 둥근 직사각형 9"/>
          <p:cNvSpPr/>
          <p:nvPr/>
        </p:nvSpPr>
        <p:spPr>
          <a:xfrm>
            <a:off x="303216" y="1047023"/>
            <a:ext cx="5727635" cy="5591101"/>
          </a:xfrm>
          <a:prstGeom prst="roundRect">
            <a:avLst>
              <a:gd name="adj" fmla="val 9310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7" name="TextBox 56"/>
          <p:cNvSpPr txBox="1"/>
          <p:nvPr/>
        </p:nvSpPr>
        <p:spPr>
          <a:xfrm>
            <a:off x="6419626" y="1708376"/>
            <a:ext cx="47486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smtClean="0">
                <a:solidFill>
                  <a:srgbClr val="616161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글을 입력시키기 위한 값과 스크립트를 작성</a:t>
            </a:r>
            <a:endParaRPr lang="ko-KR" altLang="en-US" sz="1200" dirty="0">
              <a:solidFill>
                <a:srgbClr val="616161"/>
              </a:solidFill>
              <a:latin typeface="휴먼둥근헤드라인" panose="02030504000101010101" pitchFamily="18" charset="-127"/>
              <a:ea typeface="휴먼둥근헤드라인" panose="02030504000101010101" pitchFamily="18" charset="-127"/>
            </a:endParaRPr>
          </a:p>
        </p:txBody>
      </p:sp>
      <p:sp>
        <p:nvSpPr>
          <p:cNvPr id="18" name="모서리가 둥근 직사각형 17"/>
          <p:cNvSpPr/>
          <p:nvPr/>
        </p:nvSpPr>
        <p:spPr>
          <a:xfrm>
            <a:off x="388938" y="1135765"/>
            <a:ext cx="5544191" cy="5411617"/>
          </a:xfrm>
          <a:prstGeom prst="roundRect">
            <a:avLst>
              <a:gd name="adj" fmla="val 11083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TextBox 36"/>
          <p:cNvSpPr txBox="1"/>
          <p:nvPr/>
        </p:nvSpPr>
        <p:spPr>
          <a:xfrm>
            <a:off x="388938" y="398897"/>
            <a:ext cx="53327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 smtClean="0">
                <a:solidFill>
                  <a:srgbClr val="FF0000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커뮤니티 스크립트 구성 </a:t>
            </a:r>
            <a:endParaRPr lang="ko-KR" altLang="en-US" sz="2400" dirty="0">
              <a:solidFill>
                <a:srgbClr val="FF0000"/>
              </a:solidFill>
              <a:latin typeface="휴먼둥근헤드라인" panose="02030504000101010101" pitchFamily="18" charset="-127"/>
              <a:ea typeface="휴먼둥근헤드라인" panose="02030504000101010101" pitchFamily="18" charset="-127"/>
            </a:endParaRPr>
          </a:p>
        </p:txBody>
      </p:sp>
      <p:sp>
        <p:nvSpPr>
          <p:cNvPr id="40" name="직사각형 39"/>
          <p:cNvSpPr/>
          <p:nvPr/>
        </p:nvSpPr>
        <p:spPr>
          <a:xfrm>
            <a:off x="6268176" y="1047023"/>
            <a:ext cx="5744667" cy="5591101"/>
          </a:xfrm>
          <a:prstGeom prst="rect">
            <a:avLst/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모서리가 둥근 직사각형 40"/>
          <p:cNvSpPr/>
          <p:nvPr/>
        </p:nvSpPr>
        <p:spPr>
          <a:xfrm>
            <a:off x="6419627" y="2201437"/>
            <a:ext cx="5355891" cy="4345945"/>
          </a:xfrm>
          <a:prstGeom prst="roundRect">
            <a:avLst>
              <a:gd name="adj" fmla="val 11083"/>
            </a:avLst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6419626" y="1209295"/>
            <a:ext cx="55932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>
                <a:solidFill>
                  <a:srgbClr val="616161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커뮤니티 글을 쓰고 전송을 눌러서 글 입력</a:t>
            </a:r>
            <a:endParaRPr lang="ko-KR" altLang="en-US" dirty="0">
              <a:solidFill>
                <a:srgbClr val="616161"/>
              </a:solidFill>
              <a:latin typeface="휴먼둥근헤드라인" panose="02030504000101010101" pitchFamily="18" charset="-127"/>
              <a:ea typeface="휴먼둥근헤드라인" panose="02030504000101010101" pitchFamily="18" charset="-127"/>
            </a:endParaRPr>
          </a:p>
        </p:txBody>
      </p:sp>
      <p:sp>
        <p:nvSpPr>
          <p:cNvPr id="11" name="모서리가 둥근 직사각형 10"/>
          <p:cNvSpPr/>
          <p:nvPr/>
        </p:nvSpPr>
        <p:spPr>
          <a:xfrm>
            <a:off x="6517348" y="3448195"/>
            <a:ext cx="3625147" cy="2861864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/>
          <p:cNvSpPr txBox="1"/>
          <p:nvPr/>
        </p:nvSpPr>
        <p:spPr>
          <a:xfrm>
            <a:off x="490653" y="2847802"/>
            <a:ext cx="534143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>
                <a:solidFill>
                  <a:srgbClr val="FF0000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해당 스크립트는 다음과 같은 기능을 제공</a:t>
            </a:r>
            <a:endParaRPr lang="en-US" altLang="ko-KR" dirty="0" smtClean="0">
              <a:solidFill>
                <a:srgbClr val="FF0000"/>
              </a:solidFill>
              <a:latin typeface="휴먼둥근헤드라인" panose="02030504000101010101" pitchFamily="18" charset="-127"/>
              <a:ea typeface="휴먼둥근헤드라인" panose="02030504000101010101" pitchFamily="18" charset="-127"/>
            </a:endParaRPr>
          </a:p>
          <a:p>
            <a:endParaRPr lang="en-US" altLang="ko-KR" dirty="0">
              <a:solidFill>
                <a:srgbClr val="FF0000"/>
              </a:solidFill>
              <a:latin typeface="휴먼둥근헤드라인" panose="02030504000101010101" pitchFamily="18" charset="-127"/>
              <a:ea typeface="휴먼둥근헤드라인" panose="02030504000101010101" pitchFamily="18" charset="-127"/>
            </a:endParaRPr>
          </a:p>
          <a:p>
            <a:r>
              <a:rPr lang="ko-KR" altLang="en-US" dirty="0" smtClean="0">
                <a:solidFill>
                  <a:srgbClr val="FF0000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사용자가 </a:t>
            </a:r>
            <a:r>
              <a:rPr lang="ko-KR" altLang="en-US" dirty="0" err="1" smtClean="0">
                <a:solidFill>
                  <a:srgbClr val="FF0000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입력필드에</a:t>
            </a:r>
            <a:r>
              <a:rPr lang="ko-KR" altLang="en-US" dirty="0" smtClean="0">
                <a:solidFill>
                  <a:srgbClr val="FF0000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 텍스트를 적어 전송을 눌러 호출을 하면 입력된 텍스트가 </a:t>
            </a:r>
            <a:r>
              <a:rPr lang="en-US" altLang="ko-KR" dirty="0" smtClean="0">
                <a:solidFill>
                  <a:srgbClr val="FF0000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&lt;p&gt;</a:t>
            </a:r>
            <a:r>
              <a:rPr lang="ko-KR" altLang="en-US" dirty="0" smtClean="0">
                <a:solidFill>
                  <a:srgbClr val="FF0000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태그로 </a:t>
            </a:r>
            <a:endParaRPr lang="en-US" altLang="ko-KR" dirty="0" smtClean="0">
              <a:solidFill>
                <a:srgbClr val="FF0000"/>
              </a:solidFill>
              <a:latin typeface="휴먼둥근헤드라인" panose="02030504000101010101" pitchFamily="18" charset="-127"/>
              <a:ea typeface="휴먼둥근헤드라인" panose="02030504000101010101" pitchFamily="18" charset="-127"/>
            </a:endParaRPr>
          </a:p>
          <a:p>
            <a:r>
              <a:rPr lang="ko-KR" altLang="en-US" dirty="0" smtClean="0">
                <a:solidFill>
                  <a:srgbClr val="FF0000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저장된 뒤 글 상자로 추가되며</a:t>
            </a:r>
            <a:r>
              <a:rPr lang="en-US" altLang="ko-KR" dirty="0" smtClean="0">
                <a:solidFill>
                  <a:srgbClr val="FF0000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, </a:t>
            </a:r>
            <a:r>
              <a:rPr lang="ko-KR" altLang="en-US" dirty="0" smtClean="0">
                <a:solidFill>
                  <a:srgbClr val="FF0000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이후 즉시 공백 입력란을 무시하고 </a:t>
            </a:r>
            <a:r>
              <a:rPr lang="ko-KR" altLang="en-US" dirty="0" err="1" smtClean="0">
                <a:solidFill>
                  <a:srgbClr val="FF0000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입력필드를</a:t>
            </a:r>
            <a:r>
              <a:rPr lang="ko-KR" altLang="en-US" dirty="0" smtClean="0">
                <a:solidFill>
                  <a:srgbClr val="FF0000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 초기화하여 </a:t>
            </a:r>
            <a:endParaRPr lang="en-US" altLang="ko-KR" dirty="0" smtClean="0">
              <a:solidFill>
                <a:srgbClr val="FF0000"/>
              </a:solidFill>
              <a:latin typeface="휴먼둥근헤드라인" panose="02030504000101010101" pitchFamily="18" charset="-127"/>
              <a:ea typeface="휴먼둥근헤드라인" panose="02030504000101010101" pitchFamily="18" charset="-127"/>
            </a:endParaRPr>
          </a:p>
          <a:p>
            <a:r>
              <a:rPr lang="ko-KR" altLang="en-US" dirty="0" smtClean="0">
                <a:solidFill>
                  <a:srgbClr val="FF0000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다음 텍스트를 받을 준비를 끝냅니다</a:t>
            </a:r>
            <a:r>
              <a:rPr lang="en-US" altLang="ko-KR" dirty="0" smtClean="0">
                <a:solidFill>
                  <a:srgbClr val="FF0000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.</a:t>
            </a:r>
            <a:endParaRPr lang="ko-KR" altLang="en-US" dirty="0">
              <a:solidFill>
                <a:srgbClr val="FF0000"/>
              </a:solidFill>
              <a:latin typeface="휴먼둥근헤드라인" panose="02030504000101010101" pitchFamily="18" charset="-127"/>
              <a:ea typeface="휴먼둥근헤드라인" panose="02030504000101010101" pitchFamily="18" charset="-127"/>
            </a:endParaRPr>
          </a:p>
        </p:txBody>
      </p:sp>
      <p:sp>
        <p:nvSpPr>
          <p:cNvPr id="14" name="아래쪽 화살표 13"/>
          <p:cNvSpPr/>
          <p:nvPr/>
        </p:nvSpPr>
        <p:spPr>
          <a:xfrm rot="19546345">
            <a:off x="5814780" y="1699678"/>
            <a:ext cx="603585" cy="1961925"/>
          </a:xfrm>
          <a:prstGeom prst="downArrow">
            <a:avLst>
              <a:gd name="adj1" fmla="val 44770"/>
              <a:gd name="adj2" fmla="val 69032"/>
            </a:avLst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31364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26175"/>
            <a:ext cx="12192000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Rectangle 6"/>
          <p:cNvSpPr>
            <a:spLocks noChangeArrowheads="1"/>
          </p:cNvSpPr>
          <p:nvPr/>
        </p:nvSpPr>
        <p:spPr bwMode="auto">
          <a:xfrm>
            <a:off x="1625600" y="43180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6" name="직사각형 5"/>
          <p:cNvSpPr/>
          <p:nvPr/>
        </p:nvSpPr>
        <p:spPr>
          <a:xfrm>
            <a:off x="111682" y="125643"/>
            <a:ext cx="11963982" cy="6659065"/>
          </a:xfrm>
          <a:prstGeom prst="rect">
            <a:avLst/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423026" y="6312842"/>
            <a:ext cx="17970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err="1" smtClean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Daelim</a:t>
            </a:r>
            <a:r>
              <a:rPr lang="en-US" altLang="ko-KR" sz="1400" dirty="0" smtClean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US" altLang="ko-KR" sz="1400" dirty="0" err="1" smtClean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UniverSity</a:t>
            </a:r>
            <a:endParaRPr lang="ko-KR" altLang="en-US" sz="1400" dirty="0">
              <a:solidFill>
                <a:schemeClr val="bg1"/>
              </a:solidFill>
              <a:latin typeface="휴먼둥근헤드라인" panose="02030504000101010101" pitchFamily="18" charset="-127"/>
              <a:ea typeface="휴먼둥근헤드라인" panose="02030504000101010101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588955" y="1602712"/>
            <a:ext cx="154487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 smtClean="0">
                <a:solidFill>
                  <a:schemeClr val="bg1"/>
                </a:solidFill>
                <a:latin typeface="Segoe UI Black" panose="020B0A02040204020203" pitchFamily="34" charset="0"/>
                <a:ea typeface="휴먼둥근헤드라인" panose="02030504000101010101" pitchFamily="18" charset="-127"/>
              </a:rPr>
              <a:t>202130413</a:t>
            </a:r>
          </a:p>
          <a:p>
            <a:pPr algn="ctr"/>
            <a:r>
              <a:rPr lang="ko-KR" altLang="en-US" sz="2000" dirty="0" smtClean="0">
                <a:solidFill>
                  <a:schemeClr val="bg1"/>
                </a:solidFill>
                <a:latin typeface="Segoe UI Black" panose="020B0A02040204020203" pitchFamily="34" charset="0"/>
                <a:ea typeface="휴먼둥근헤드라인" panose="02030504000101010101" pitchFamily="18" charset="-127"/>
              </a:rPr>
              <a:t>신민수</a:t>
            </a:r>
            <a:endParaRPr lang="ko-KR" altLang="en-US" sz="2000" dirty="0">
              <a:solidFill>
                <a:schemeClr val="bg1"/>
              </a:solidFill>
              <a:latin typeface="휴먼둥근헤드라인" panose="02030504000101010101" pitchFamily="18" charset="-127"/>
              <a:ea typeface="휴먼둥근헤드라인" panose="02030504000101010101" pitchFamily="18" charset="-127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3138289" y="2017752"/>
            <a:ext cx="5915422" cy="1736646"/>
            <a:chOff x="3138289" y="2017752"/>
            <a:chExt cx="5915422" cy="1736646"/>
          </a:xfrm>
        </p:grpSpPr>
        <p:sp>
          <p:nvSpPr>
            <p:cNvPr id="13" name="TextBox 12"/>
            <p:cNvSpPr txBox="1"/>
            <p:nvPr/>
          </p:nvSpPr>
          <p:spPr>
            <a:xfrm>
              <a:off x="3666728" y="2017752"/>
              <a:ext cx="485854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400" dirty="0" smtClean="0">
                  <a:solidFill>
                    <a:srgbClr val="FF0000"/>
                  </a:solidFill>
                  <a:latin typeface="휴먼둥근헤드라인" panose="02030504000101010101" pitchFamily="18" charset="-127"/>
                  <a:ea typeface="휴먼둥근헤드라인" panose="02030504000101010101" pitchFamily="18" charset="-127"/>
                </a:rPr>
                <a:t>[</a:t>
              </a:r>
              <a:r>
                <a:rPr lang="ko-KR" altLang="en-US" sz="2400" dirty="0">
                  <a:solidFill>
                    <a:schemeClr val="bg1"/>
                  </a:solidFill>
                  <a:latin typeface="휴먼둥근헤드라인" panose="02030504000101010101" pitchFamily="18" charset="-127"/>
                  <a:ea typeface="휴먼둥근헤드라인" panose="02030504000101010101" pitchFamily="18" charset="-127"/>
                </a:rPr>
                <a:t> </a:t>
              </a:r>
              <a:r>
                <a:rPr lang="ko-KR" altLang="en-US" sz="2400" dirty="0" smtClean="0">
                  <a:solidFill>
                    <a:srgbClr val="FF0000"/>
                  </a:solidFill>
                  <a:latin typeface="휴먼둥근헤드라인" panose="02030504000101010101" pitchFamily="18" charset="-127"/>
                  <a:ea typeface="휴먼둥근헤드라인" panose="02030504000101010101" pitchFamily="18" charset="-127"/>
                </a:rPr>
                <a:t>대림그라운드 </a:t>
              </a:r>
              <a:r>
                <a:rPr lang="en-US" altLang="ko-KR" sz="2400" dirty="0" smtClean="0">
                  <a:solidFill>
                    <a:srgbClr val="FF0000"/>
                  </a:solidFill>
                  <a:latin typeface="휴먼둥근헤드라인" panose="02030504000101010101" pitchFamily="18" charset="-127"/>
                  <a:ea typeface="휴먼둥근헤드라인" panose="02030504000101010101" pitchFamily="18" charset="-127"/>
                </a:rPr>
                <a:t>]</a:t>
              </a:r>
              <a:r>
                <a:rPr lang="ko-KR" altLang="en-US" sz="2400" dirty="0" smtClean="0">
                  <a:solidFill>
                    <a:srgbClr val="FF0000"/>
                  </a:solidFill>
                  <a:latin typeface="휴먼둥근헤드라인" panose="02030504000101010101" pitchFamily="18" charset="-127"/>
                  <a:ea typeface="휴먼둥근헤드라인" panose="02030504000101010101" pitchFamily="18" charset="-127"/>
                </a:rPr>
                <a:t> </a:t>
              </a:r>
              <a:endParaRPr lang="ko-KR" altLang="en-US" sz="2400" dirty="0">
                <a:solidFill>
                  <a:srgbClr val="FF0000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3138289" y="2646402"/>
              <a:ext cx="5915422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600" smtClean="0">
                  <a:solidFill>
                    <a:srgbClr val="FF0000"/>
                  </a:solidFill>
                  <a:latin typeface="휴먼둥근헤드라인" panose="02030504000101010101" pitchFamily="18" charset="-127"/>
                  <a:ea typeface="휴먼둥근헤드라인" panose="02030504000101010101" pitchFamily="18" charset="-127"/>
                </a:rPr>
                <a:t>감사합니다</a:t>
              </a:r>
              <a:r>
                <a:rPr lang="ko-KR" altLang="en-US" sz="6600" smtClean="0">
                  <a:solidFill>
                    <a:srgbClr val="FF0000"/>
                  </a:solidFill>
                  <a:latin typeface="휴먼둥근헤드라인" panose="02030504000101010101" pitchFamily="18" charset="-127"/>
                  <a:ea typeface="휴먼둥근헤드라인" panose="02030504000101010101" pitchFamily="18" charset="-127"/>
                </a:rPr>
                <a:t> </a:t>
              </a:r>
              <a:endParaRPr lang="ko-KR" altLang="en-US" sz="6600" dirty="0">
                <a:solidFill>
                  <a:srgbClr val="FF0000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endParaRPr>
            </a:p>
          </p:txBody>
        </p:sp>
      </p:grpSp>
      <p:sp>
        <p:nvSpPr>
          <p:cNvPr id="17" name="직사각형 16"/>
          <p:cNvSpPr/>
          <p:nvPr/>
        </p:nvSpPr>
        <p:spPr>
          <a:xfrm rot="20107566">
            <a:off x="7976332" y="1045083"/>
            <a:ext cx="1591475" cy="3001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/>
          <p:cNvSpPr/>
          <p:nvPr/>
        </p:nvSpPr>
        <p:spPr>
          <a:xfrm>
            <a:off x="572373" y="4236819"/>
            <a:ext cx="3734381" cy="635193"/>
          </a:xfrm>
          <a:prstGeom prst="rect">
            <a:avLst/>
          </a:prstGeom>
          <a:solidFill>
            <a:srgbClr val="1B1B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/>
          <p:cNvSpPr txBox="1"/>
          <p:nvPr/>
        </p:nvSpPr>
        <p:spPr>
          <a:xfrm>
            <a:off x="506788" y="4138916"/>
            <a:ext cx="416293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800" dirty="0" smtClean="0">
                <a:solidFill>
                  <a:srgbClr val="FFB60F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대림그라운드</a:t>
            </a:r>
            <a:endParaRPr lang="ko-KR" altLang="en-US" sz="4800" dirty="0">
              <a:solidFill>
                <a:srgbClr val="FFB60F"/>
              </a:solidFill>
              <a:latin typeface="휴먼둥근헤드라인" panose="02030504000101010101" pitchFamily="18" charset="-127"/>
              <a:ea typeface="휴먼둥근헤드라인" panose="02030504000101010101" pitchFamily="18" charset="-127"/>
            </a:endParaRPr>
          </a:p>
        </p:txBody>
      </p:sp>
      <p:sp>
        <p:nvSpPr>
          <p:cNvPr id="20" name="직사각형 19"/>
          <p:cNvSpPr/>
          <p:nvPr/>
        </p:nvSpPr>
        <p:spPr>
          <a:xfrm rot="2572537">
            <a:off x="1113634" y="4820444"/>
            <a:ext cx="219148" cy="1677044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/>
          <p:cNvSpPr/>
          <p:nvPr/>
        </p:nvSpPr>
        <p:spPr>
          <a:xfrm rot="18949408">
            <a:off x="1060141" y="4881485"/>
            <a:ext cx="219148" cy="1677044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33716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</TotalTime>
  <Words>286</Words>
  <Application>Microsoft Office PowerPoint</Application>
  <PresentationFormat>와이드스크린</PresentationFormat>
  <Paragraphs>69</Paragraphs>
  <Slides>18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3" baseType="lpstr">
      <vt:lpstr>맑은 고딕</vt:lpstr>
      <vt:lpstr>휴먼둥근헤드라인</vt:lpstr>
      <vt:lpstr>Arial</vt:lpstr>
      <vt:lpstr>Segoe UI Black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신민수</dc:creator>
  <cp:lastModifiedBy>신민수</cp:lastModifiedBy>
  <cp:revision>14</cp:revision>
  <dcterms:created xsi:type="dcterms:W3CDTF">2024-11-18T11:33:14Z</dcterms:created>
  <dcterms:modified xsi:type="dcterms:W3CDTF">2024-11-30T14:29:38Z</dcterms:modified>
</cp:coreProperties>
</file>